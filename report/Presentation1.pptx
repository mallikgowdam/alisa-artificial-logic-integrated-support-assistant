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 autoAdjust="0"/>
  </p:normalViewPr>
  <p:slideViewPr>
    <p:cSldViewPr snapToGrid="0" showGuides="1">
      <p:cViewPr>
        <p:scale>
          <a:sx n="70" d="100"/>
          <a:sy n="70" d="100"/>
        </p:scale>
        <p:origin x="130" y="37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9" d="100"/>
          <a:sy n="69" d="100"/>
        </p:scale>
        <p:origin x="3082" y="8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2446E-2820-456B-8DDB-C55ECBFB294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38DD73-8471-4240-9712-E32824EB1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864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8DD73-8471-4240-9712-E32824EB19C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136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CCBE1-E9E8-7498-E340-D1406CF5B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BC9B98-DC92-F5F9-D6AC-F6E69E7F1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015287-EC3D-27EA-944E-65D2FE5A9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9EFA9-23E0-4EC5-F800-489EA0A77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8DD73-8471-4240-9712-E32824EB19C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25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0EDC5-C467-EEFE-3114-17DEEC166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201D2-7D29-9869-A8D5-BBFB41004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1CC9A-38F1-EB36-07C3-C383B38F8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9599-A8B5-4C22-A826-6AC403DC1BA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4E5D3-10CC-2C07-0652-9C9259552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1B45F-C508-028B-6F39-A1796930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52C1-B28E-413E-9B77-240AE68DF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333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9E63-FC45-DE37-2825-5A0999234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97772-0A8B-320C-8510-E325F9EEC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BDEF7-5CD3-6CF6-7E1F-284718BE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9599-A8B5-4C22-A826-6AC403DC1BA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5D836-49DC-6E72-B693-3D41EA79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3CE4B-3581-4969-3AE4-B97CBDD19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52C1-B28E-413E-9B77-240AE68DF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241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AAF3-5BC8-08C2-A93A-79DBE9B68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0728C-D4AA-A093-CE14-1C6A9ECF3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15A90-13FA-C3D7-569B-F12BB5800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9599-A8B5-4C22-A826-6AC403DC1BA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8EAC1-E8F6-5308-DEDE-5ECAE93EE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D485B-27D4-0455-6220-56E0C8DE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52C1-B28E-413E-9B77-240AE68DF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307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06252-2AB9-1715-D83E-E2163D0F2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382E8-3B0D-D4B6-6A43-B58F4E2C8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65400-7797-8C1C-3C6E-60D5E716F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FD92-7B64-ABF6-4EBF-447899371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9599-A8B5-4C22-A826-6AC403DC1BA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DED0A-7B17-E4FC-374E-26F5D0524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AEA08-201F-AC14-78B8-A898B84FB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52C1-B28E-413E-9B77-240AE68DF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699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AC48C-846E-F126-6397-3D01A80B4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267AB-5D81-6945-D2A5-B0CC719F4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FE7B4C-9C42-91CA-7D01-3A6E7BABF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F4793E-F757-91E1-F90E-BAFC40E4D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2DD2E2-B897-E4E4-B810-D5021E843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843DE7-161F-FF00-83F5-5E533B2BB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9599-A8B5-4C22-A826-6AC403DC1BA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F3C9A7-F328-2B79-0FC6-2D66E8D92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F6B157-0762-D1D5-0304-D16917B43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52C1-B28E-413E-9B77-240AE68DF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370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E3658-1E01-29D4-BF47-BB42E3E53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C119B-11B3-964F-15EC-34DAC976E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9599-A8B5-4C22-A826-6AC403DC1BA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354439-DB03-8D2C-BCB5-7CF6A7B88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D4203-17BB-2B7E-6605-3ACFDDBF0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52C1-B28E-413E-9B77-240AE68DF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390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6DDB2B-5298-1B3E-E94D-839CBE1CB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9599-A8B5-4C22-A826-6AC403DC1BA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266B92-BF17-7B38-BBC7-FBCCDEFA0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759A9-EB4E-7023-FE4D-53CC856E8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52C1-B28E-413E-9B77-240AE68DF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896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51C20-D1F0-61F4-8077-19240D133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E6D8D-6C74-8B82-2E25-C5236BC58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A7A663-5D77-4460-59E2-11DC8A069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5F5A3-9837-9435-4328-F2C3EABA5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9599-A8B5-4C22-A826-6AC403DC1BA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82010-50C2-5A7D-1CC9-26B2406AC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9DB1A-D558-C226-931A-59BBE8AE4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52C1-B28E-413E-9B77-240AE68DF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95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6A032-94A5-A241-EE4D-4F5D3D97F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6C2CD4-099E-EFE1-89C6-44F7C28F90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AA35C-5BB6-88F1-1627-BABC859F9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CBCEB-03F3-60EB-4FDE-447416941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9599-A8B5-4C22-A826-6AC403DC1BA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4C7BD-9C0B-DAA3-9852-87A64BB0C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78411-E9BB-D472-3B3E-ECAF768C0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52C1-B28E-413E-9B77-240AE68DF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141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0B226-6931-8D03-06CD-E1ED0B4F9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B7E61-72B8-9412-73E8-5E03500E0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09430-8C25-497F-3D6B-F39EDC09A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9599-A8B5-4C22-A826-6AC403DC1BA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B6D07-EB5C-1A6F-6060-42CC29C52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EA37C-312A-92DA-6216-C0EE9F3FB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52C1-B28E-413E-9B77-240AE68DF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30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5E2264-76F7-587B-A454-875AA19102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1D192-6808-2633-27A0-18F18BDA0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7C88A-A887-0923-7165-F3F991BD1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9599-A8B5-4C22-A826-6AC403DC1BA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B992D-2875-9B09-924C-D827B263C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31B5A-E1BA-E321-BC45-CC442B223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52C1-B28E-413E-9B77-240AE68DF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346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94A0B6-6D59-04C4-F9BF-18D01640F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8E3B5-D011-C9D2-EACE-A14D67BB1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2B181-2B81-9B75-BA24-7E630BFDE9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29599-A8B5-4C22-A826-6AC403DC1BA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008BF-D822-45BF-D75D-C9FC499A2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9377F-C40F-5403-2AD3-DBA5A588C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952C1-B28E-413E-9B77-240AE68DF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823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E67C36-3E1D-B06E-1CFA-4A29A70BB0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 b="-18"/>
          <a:stretch>
            <a:fillRect/>
          </a:stretch>
        </p:blipFill>
        <p:spPr>
          <a:xfrm rot="16200000">
            <a:off x="2667009" y="-2606212"/>
            <a:ext cx="6857984" cy="1219200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4E26409-213C-73A5-3807-961C0DEC3F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16237674" y="-2604148"/>
            <a:ext cx="6857998" cy="12187856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0B2DDCB-7296-4114-E5DF-826E50BE7430}"/>
              </a:ext>
            </a:extLst>
          </p:cNvPr>
          <p:cNvSpPr/>
          <p:nvPr/>
        </p:nvSpPr>
        <p:spPr>
          <a:xfrm>
            <a:off x="0" y="6078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700851" y="4683881"/>
                </a:moveTo>
                <a:lnTo>
                  <a:pt x="7701204" y="4683881"/>
                </a:lnTo>
                <a:cubicBezTo>
                  <a:pt x="7702379" y="4690459"/>
                  <a:pt x="7704141" y="4698037"/>
                  <a:pt x="7706490" y="4706612"/>
                </a:cubicBezTo>
                <a:cubicBezTo>
                  <a:pt x="7708840" y="4715188"/>
                  <a:pt x="7711542" y="4723705"/>
                  <a:pt x="7714596" y="4732163"/>
                </a:cubicBezTo>
                <a:lnTo>
                  <a:pt x="7730807" y="4776216"/>
                </a:lnTo>
                <a:lnTo>
                  <a:pt x="7671952" y="4776216"/>
                </a:lnTo>
                <a:lnTo>
                  <a:pt x="7687812" y="4730401"/>
                </a:lnTo>
                <a:cubicBezTo>
                  <a:pt x="7691806" y="4719358"/>
                  <a:pt x="7694743" y="4709843"/>
                  <a:pt x="7696622" y="4701855"/>
                </a:cubicBezTo>
                <a:cubicBezTo>
                  <a:pt x="7698502" y="4693866"/>
                  <a:pt x="7699911" y="4687875"/>
                  <a:pt x="7700851" y="4683881"/>
                </a:cubicBezTo>
                <a:close/>
                <a:moveTo>
                  <a:pt x="5292427" y="4652163"/>
                </a:moveTo>
                <a:cubicBezTo>
                  <a:pt x="5295951" y="4652163"/>
                  <a:pt x="5300416" y="4652574"/>
                  <a:pt x="5305819" y="4653396"/>
                </a:cubicBezTo>
                <a:cubicBezTo>
                  <a:pt x="5311223" y="4654218"/>
                  <a:pt x="5316568" y="4656216"/>
                  <a:pt x="5321854" y="4659387"/>
                </a:cubicBezTo>
                <a:cubicBezTo>
                  <a:pt x="5327141" y="4662559"/>
                  <a:pt x="5331546" y="4667376"/>
                  <a:pt x="5335070" y="4673837"/>
                </a:cubicBezTo>
                <a:cubicBezTo>
                  <a:pt x="5338594" y="4680298"/>
                  <a:pt x="5340356" y="4689167"/>
                  <a:pt x="5340356" y="4700445"/>
                </a:cubicBezTo>
                <a:cubicBezTo>
                  <a:pt x="5340356" y="4718301"/>
                  <a:pt x="5336127" y="4731634"/>
                  <a:pt x="5327669" y="4740445"/>
                </a:cubicBezTo>
                <a:cubicBezTo>
                  <a:pt x="5319211" y="4749256"/>
                  <a:pt x="5305231" y="4753661"/>
                  <a:pt x="5285731" y="4753661"/>
                </a:cubicBezTo>
                <a:cubicBezTo>
                  <a:pt x="5282676" y="4753661"/>
                  <a:pt x="5279740" y="4753485"/>
                  <a:pt x="5276920" y="4753132"/>
                </a:cubicBezTo>
                <a:cubicBezTo>
                  <a:pt x="5274101" y="4752780"/>
                  <a:pt x="5271399" y="4752486"/>
                  <a:pt x="5268814" y="4752251"/>
                </a:cubicBezTo>
                <a:lnTo>
                  <a:pt x="5268814" y="4680004"/>
                </a:lnTo>
                <a:cubicBezTo>
                  <a:pt x="5268814" y="4667552"/>
                  <a:pt x="5270929" y="4659799"/>
                  <a:pt x="5275158" y="4656744"/>
                </a:cubicBezTo>
                <a:cubicBezTo>
                  <a:pt x="5279387" y="4653690"/>
                  <a:pt x="5285144" y="4652163"/>
                  <a:pt x="5292427" y="4652163"/>
                </a:cubicBezTo>
                <a:close/>
                <a:moveTo>
                  <a:pt x="4816177" y="4652163"/>
                </a:moveTo>
                <a:cubicBezTo>
                  <a:pt x="4820641" y="4652163"/>
                  <a:pt x="4825575" y="4652691"/>
                  <a:pt x="4830979" y="4653749"/>
                </a:cubicBezTo>
                <a:cubicBezTo>
                  <a:pt x="4836383" y="4654806"/>
                  <a:pt x="4841551" y="4657038"/>
                  <a:pt x="4846485" y="4660445"/>
                </a:cubicBezTo>
                <a:cubicBezTo>
                  <a:pt x="4851419" y="4663851"/>
                  <a:pt x="4855473" y="4669079"/>
                  <a:pt x="4858644" y="4676128"/>
                </a:cubicBezTo>
                <a:cubicBezTo>
                  <a:pt x="4861816" y="4683176"/>
                  <a:pt x="4863402" y="4692574"/>
                  <a:pt x="4863402" y="4704322"/>
                </a:cubicBezTo>
                <a:cubicBezTo>
                  <a:pt x="4863402" y="4722178"/>
                  <a:pt x="4859114" y="4735981"/>
                  <a:pt x="4850538" y="4745731"/>
                </a:cubicBezTo>
                <a:cubicBezTo>
                  <a:pt x="4841962" y="4755482"/>
                  <a:pt x="4827924" y="4760357"/>
                  <a:pt x="4808423" y="4760357"/>
                </a:cubicBezTo>
                <a:cubicBezTo>
                  <a:pt x="4802785" y="4760357"/>
                  <a:pt x="4797498" y="4760005"/>
                  <a:pt x="4792565" y="4759300"/>
                </a:cubicBezTo>
                <a:lnTo>
                  <a:pt x="4792565" y="4680004"/>
                </a:lnTo>
                <a:cubicBezTo>
                  <a:pt x="4792565" y="4667552"/>
                  <a:pt x="4794679" y="4659799"/>
                  <a:pt x="4798908" y="4656744"/>
                </a:cubicBezTo>
                <a:cubicBezTo>
                  <a:pt x="4803137" y="4653690"/>
                  <a:pt x="4808893" y="4652163"/>
                  <a:pt x="4816177" y="4652163"/>
                </a:cubicBezTo>
                <a:close/>
                <a:moveTo>
                  <a:pt x="3949402" y="4652163"/>
                </a:moveTo>
                <a:cubicBezTo>
                  <a:pt x="3952926" y="4652163"/>
                  <a:pt x="3957391" y="4652574"/>
                  <a:pt x="3962794" y="4653396"/>
                </a:cubicBezTo>
                <a:cubicBezTo>
                  <a:pt x="3968198" y="4654218"/>
                  <a:pt x="3973543" y="4656216"/>
                  <a:pt x="3978829" y="4659387"/>
                </a:cubicBezTo>
                <a:cubicBezTo>
                  <a:pt x="3984116" y="4662559"/>
                  <a:pt x="3988522" y="4667376"/>
                  <a:pt x="3992045" y="4673837"/>
                </a:cubicBezTo>
                <a:cubicBezTo>
                  <a:pt x="3995570" y="4680298"/>
                  <a:pt x="3997331" y="4689167"/>
                  <a:pt x="3997331" y="4700445"/>
                </a:cubicBezTo>
                <a:cubicBezTo>
                  <a:pt x="3997331" y="4718301"/>
                  <a:pt x="3993103" y="4731634"/>
                  <a:pt x="3984644" y="4740445"/>
                </a:cubicBezTo>
                <a:cubicBezTo>
                  <a:pt x="3976186" y="4749256"/>
                  <a:pt x="3962207" y="4753661"/>
                  <a:pt x="3942706" y="4753661"/>
                </a:cubicBezTo>
                <a:cubicBezTo>
                  <a:pt x="3939651" y="4753661"/>
                  <a:pt x="3936715" y="4753485"/>
                  <a:pt x="3933895" y="4753132"/>
                </a:cubicBezTo>
                <a:cubicBezTo>
                  <a:pt x="3931076" y="4752780"/>
                  <a:pt x="3928374" y="4752486"/>
                  <a:pt x="3925790" y="4752251"/>
                </a:cubicBezTo>
                <a:lnTo>
                  <a:pt x="3925790" y="4680004"/>
                </a:lnTo>
                <a:cubicBezTo>
                  <a:pt x="3925790" y="4667552"/>
                  <a:pt x="3927904" y="4659799"/>
                  <a:pt x="3932133" y="4656744"/>
                </a:cubicBezTo>
                <a:cubicBezTo>
                  <a:pt x="3936362" y="4653690"/>
                  <a:pt x="3942119" y="4652163"/>
                  <a:pt x="3949402" y="4652163"/>
                </a:cubicBezTo>
                <a:close/>
                <a:moveTo>
                  <a:pt x="9097474" y="4648286"/>
                </a:moveTo>
                <a:cubicBezTo>
                  <a:pt x="9113920" y="4647816"/>
                  <a:pt x="9127371" y="4652280"/>
                  <a:pt x="9137826" y="4661678"/>
                </a:cubicBezTo>
                <a:cubicBezTo>
                  <a:pt x="9148281" y="4671076"/>
                  <a:pt x="9156094" y="4683998"/>
                  <a:pt x="9161262" y="4700445"/>
                </a:cubicBezTo>
                <a:cubicBezTo>
                  <a:pt x="9166431" y="4716891"/>
                  <a:pt x="9169016" y="4735922"/>
                  <a:pt x="9169016" y="4757538"/>
                </a:cubicBezTo>
                <a:cubicBezTo>
                  <a:pt x="9169016" y="4768345"/>
                  <a:pt x="9167958" y="4779447"/>
                  <a:pt x="9165844" y="4790842"/>
                </a:cubicBezTo>
                <a:cubicBezTo>
                  <a:pt x="9163730" y="4802237"/>
                  <a:pt x="9160205" y="4812751"/>
                  <a:pt x="9155271" y="4822384"/>
                </a:cubicBezTo>
                <a:cubicBezTo>
                  <a:pt x="9150337" y="4832017"/>
                  <a:pt x="9143758" y="4839829"/>
                  <a:pt x="9135535" y="4845820"/>
                </a:cubicBezTo>
                <a:cubicBezTo>
                  <a:pt x="9127312" y="4851811"/>
                  <a:pt x="9117092" y="4854807"/>
                  <a:pt x="9104874" y="4854807"/>
                </a:cubicBezTo>
                <a:cubicBezTo>
                  <a:pt x="9091482" y="4854807"/>
                  <a:pt x="9080205" y="4851400"/>
                  <a:pt x="9071042" y="4844587"/>
                </a:cubicBezTo>
                <a:cubicBezTo>
                  <a:pt x="9061878" y="4837773"/>
                  <a:pt x="9054596" y="4828845"/>
                  <a:pt x="9049191" y="4817802"/>
                </a:cubicBezTo>
                <a:cubicBezTo>
                  <a:pt x="9043788" y="4806760"/>
                  <a:pt x="9039852" y="4795012"/>
                  <a:pt x="9037385" y="4782560"/>
                </a:cubicBezTo>
                <a:cubicBezTo>
                  <a:pt x="9034918" y="4770108"/>
                  <a:pt x="9033684" y="4758360"/>
                  <a:pt x="9033684" y="4747317"/>
                </a:cubicBezTo>
                <a:cubicBezTo>
                  <a:pt x="9033684" y="4736510"/>
                  <a:pt x="9034742" y="4725350"/>
                  <a:pt x="9036856" y="4713837"/>
                </a:cubicBezTo>
                <a:cubicBezTo>
                  <a:pt x="9038970" y="4702324"/>
                  <a:pt x="9042495" y="4691693"/>
                  <a:pt x="9047429" y="4681943"/>
                </a:cubicBezTo>
                <a:cubicBezTo>
                  <a:pt x="9052363" y="4672192"/>
                  <a:pt x="9058942" y="4664204"/>
                  <a:pt x="9067165" y="4657978"/>
                </a:cubicBezTo>
                <a:cubicBezTo>
                  <a:pt x="9075388" y="4651751"/>
                  <a:pt x="9085491" y="4648521"/>
                  <a:pt x="9097474" y="4648286"/>
                </a:cubicBezTo>
                <a:close/>
                <a:moveTo>
                  <a:pt x="2934799" y="4648286"/>
                </a:moveTo>
                <a:cubicBezTo>
                  <a:pt x="2951246" y="4647816"/>
                  <a:pt x="2964696" y="4652280"/>
                  <a:pt x="2975152" y="4661678"/>
                </a:cubicBezTo>
                <a:cubicBezTo>
                  <a:pt x="2985607" y="4671076"/>
                  <a:pt x="2993419" y="4683998"/>
                  <a:pt x="2998588" y="4700445"/>
                </a:cubicBezTo>
                <a:cubicBezTo>
                  <a:pt x="3003757" y="4716891"/>
                  <a:pt x="3006341" y="4735922"/>
                  <a:pt x="3006341" y="4757538"/>
                </a:cubicBezTo>
                <a:cubicBezTo>
                  <a:pt x="3006341" y="4768345"/>
                  <a:pt x="3005284" y="4779447"/>
                  <a:pt x="3003169" y="4790842"/>
                </a:cubicBezTo>
                <a:cubicBezTo>
                  <a:pt x="3001055" y="4802237"/>
                  <a:pt x="2997531" y="4812751"/>
                  <a:pt x="2992596" y="4822384"/>
                </a:cubicBezTo>
                <a:cubicBezTo>
                  <a:pt x="2987663" y="4832017"/>
                  <a:pt x="2981084" y="4839829"/>
                  <a:pt x="2972861" y="4845820"/>
                </a:cubicBezTo>
                <a:cubicBezTo>
                  <a:pt x="2964638" y="4851811"/>
                  <a:pt x="2954417" y="4854807"/>
                  <a:pt x="2942200" y="4854807"/>
                </a:cubicBezTo>
                <a:cubicBezTo>
                  <a:pt x="2928808" y="4854807"/>
                  <a:pt x="2917530" y="4851400"/>
                  <a:pt x="2908367" y="4844587"/>
                </a:cubicBezTo>
                <a:cubicBezTo>
                  <a:pt x="2899204" y="4837773"/>
                  <a:pt x="2891921" y="4828845"/>
                  <a:pt x="2886517" y="4817802"/>
                </a:cubicBezTo>
                <a:cubicBezTo>
                  <a:pt x="2881113" y="4806760"/>
                  <a:pt x="2877177" y="4795012"/>
                  <a:pt x="2874711" y="4782560"/>
                </a:cubicBezTo>
                <a:cubicBezTo>
                  <a:pt x="2872244" y="4770108"/>
                  <a:pt x="2871010" y="4758360"/>
                  <a:pt x="2871010" y="4747317"/>
                </a:cubicBezTo>
                <a:cubicBezTo>
                  <a:pt x="2871010" y="4736510"/>
                  <a:pt x="2872067" y="4725350"/>
                  <a:pt x="2874182" y="4713837"/>
                </a:cubicBezTo>
                <a:cubicBezTo>
                  <a:pt x="2876296" y="4702324"/>
                  <a:pt x="2879821" y="4691693"/>
                  <a:pt x="2884755" y="4681943"/>
                </a:cubicBezTo>
                <a:cubicBezTo>
                  <a:pt x="2889689" y="4672192"/>
                  <a:pt x="2896267" y="4664204"/>
                  <a:pt x="2904490" y="4657978"/>
                </a:cubicBezTo>
                <a:cubicBezTo>
                  <a:pt x="2912714" y="4651751"/>
                  <a:pt x="2922817" y="4648521"/>
                  <a:pt x="2934799" y="4648286"/>
                </a:cubicBezTo>
                <a:close/>
                <a:moveTo>
                  <a:pt x="2048974" y="4648286"/>
                </a:moveTo>
                <a:cubicBezTo>
                  <a:pt x="2065420" y="4647816"/>
                  <a:pt x="2078871" y="4652280"/>
                  <a:pt x="2089327" y="4661678"/>
                </a:cubicBezTo>
                <a:cubicBezTo>
                  <a:pt x="2099782" y="4671076"/>
                  <a:pt x="2107594" y="4683998"/>
                  <a:pt x="2112763" y="4700445"/>
                </a:cubicBezTo>
                <a:cubicBezTo>
                  <a:pt x="2117932" y="4716891"/>
                  <a:pt x="2120516" y="4735922"/>
                  <a:pt x="2120516" y="4757538"/>
                </a:cubicBezTo>
                <a:cubicBezTo>
                  <a:pt x="2120516" y="4768345"/>
                  <a:pt x="2119459" y="4779447"/>
                  <a:pt x="2117344" y="4790842"/>
                </a:cubicBezTo>
                <a:cubicBezTo>
                  <a:pt x="2115230" y="4802237"/>
                  <a:pt x="2111705" y="4812751"/>
                  <a:pt x="2106772" y="4822384"/>
                </a:cubicBezTo>
                <a:cubicBezTo>
                  <a:pt x="2101838" y="4832017"/>
                  <a:pt x="2095259" y="4839829"/>
                  <a:pt x="2087036" y="4845820"/>
                </a:cubicBezTo>
                <a:cubicBezTo>
                  <a:pt x="2078812" y="4851811"/>
                  <a:pt x="2068592" y="4854807"/>
                  <a:pt x="2056375" y="4854807"/>
                </a:cubicBezTo>
                <a:cubicBezTo>
                  <a:pt x="2042983" y="4854807"/>
                  <a:pt x="2031705" y="4851400"/>
                  <a:pt x="2022542" y="4844587"/>
                </a:cubicBezTo>
                <a:cubicBezTo>
                  <a:pt x="2013379" y="4837773"/>
                  <a:pt x="2006095" y="4828845"/>
                  <a:pt x="2000692" y="4817802"/>
                </a:cubicBezTo>
                <a:cubicBezTo>
                  <a:pt x="1995288" y="4806760"/>
                  <a:pt x="1991352" y="4795012"/>
                  <a:pt x="1988885" y="4782560"/>
                </a:cubicBezTo>
                <a:cubicBezTo>
                  <a:pt x="1986419" y="4770108"/>
                  <a:pt x="1985185" y="4758360"/>
                  <a:pt x="1985185" y="4747317"/>
                </a:cubicBezTo>
                <a:cubicBezTo>
                  <a:pt x="1985185" y="4736510"/>
                  <a:pt x="1986242" y="4725350"/>
                  <a:pt x="1988357" y="4713837"/>
                </a:cubicBezTo>
                <a:cubicBezTo>
                  <a:pt x="1990471" y="4702324"/>
                  <a:pt x="1993996" y="4691693"/>
                  <a:pt x="1998929" y="4681943"/>
                </a:cubicBezTo>
                <a:cubicBezTo>
                  <a:pt x="2003864" y="4672192"/>
                  <a:pt x="2010442" y="4664204"/>
                  <a:pt x="2018665" y="4657978"/>
                </a:cubicBezTo>
                <a:cubicBezTo>
                  <a:pt x="2026889" y="4651751"/>
                  <a:pt x="2036991" y="4648521"/>
                  <a:pt x="2048974" y="4648286"/>
                </a:cubicBezTo>
                <a:close/>
                <a:moveTo>
                  <a:pt x="9506810" y="4628198"/>
                </a:moveTo>
                <a:lnTo>
                  <a:pt x="9506810" y="4655334"/>
                </a:lnTo>
                <a:cubicBezTo>
                  <a:pt x="9509395" y="4655099"/>
                  <a:pt x="9513565" y="4654923"/>
                  <a:pt x="9519321" y="4654806"/>
                </a:cubicBezTo>
                <a:cubicBezTo>
                  <a:pt x="9525078" y="4654688"/>
                  <a:pt x="9529836" y="4654512"/>
                  <a:pt x="9533594" y="4654277"/>
                </a:cubicBezTo>
                <a:cubicBezTo>
                  <a:pt x="9533124" y="4657332"/>
                  <a:pt x="9532772" y="4661796"/>
                  <a:pt x="9532537" y="4667669"/>
                </a:cubicBezTo>
                <a:cubicBezTo>
                  <a:pt x="9532302" y="4673543"/>
                  <a:pt x="9532185" y="4679652"/>
                  <a:pt x="9532185" y="4685995"/>
                </a:cubicBezTo>
                <a:lnTo>
                  <a:pt x="9532890" y="4820974"/>
                </a:lnTo>
                <a:cubicBezTo>
                  <a:pt x="9532890" y="4830372"/>
                  <a:pt x="9531890" y="4837186"/>
                  <a:pt x="9529894" y="4841415"/>
                </a:cubicBezTo>
                <a:cubicBezTo>
                  <a:pt x="9527898" y="4845644"/>
                  <a:pt x="9525078" y="4848346"/>
                  <a:pt x="9521436" y="4849521"/>
                </a:cubicBezTo>
                <a:cubicBezTo>
                  <a:pt x="9517794" y="4850695"/>
                  <a:pt x="9513272" y="4851400"/>
                  <a:pt x="9507868" y="4851635"/>
                </a:cubicBezTo>
                <a:lnTo>
                  <a:pt x="9507868" y="4874895"/>
                </a:lnTo>
                <a:lnTo>
                  <a:pt x="9588220" y="4874895"/>
                </a:lnTo>
                <a:lnTo>
                  <a:pt x="9588220" y="4847759"/>
                </a:lnTo>
                <a:cubicBezTo>
                  <a:pt x="9585871" y="4847759"/>
                  <a:pt x="9581818" y="4847817"/>
                  <a:pt x="9576062" y="4847935"/>
                </a:cubicBezTo>
                <a:cubicBezTo>
                  <a:pt x="9570305" y="4848052"/>
                  <a:pt x="9565548" y="4848346"/>
                  <a:pt x="9561788" y="4848816"/>
                </a:cubicBezTo>
                <a:cubicBezTo>
                  <a:pt x="9562258" y="4845761"/>
                  <a:pt x="9562611" y="4841297"/>
                  <a:pt x="9562846" y="4835424"/>
                </a:cubicBezTo>
                <a:cubicBezTo>
                  <a:pt x="9563080" y="4829550"/>
                  <a:pt x="9563198" y="4823441"/>
                  <a:pt x="9563198" y="4817098"/>
                </a:cubicBezTo>
                <a:lnTo>
                  <a:pt x="9562494" y="4707846"/>
                </a:lnTo>
                <a:lnTo>
                  <a:pt x="9562846" y="4707846"/>
                </a:lnTo>
                <a:cubicBezTo>
                  <a:pt x="9566135" y="4712545"/>
                  <a:pt x="9569424" y="4717126"/>
                  <a:pt x="9572714" y="4721590"/>
                </a:cubicBezTo>
                <a:cubicBezTo>
                  <a:pt x="9576003" y="4726054"/>
                  <a:pt x="9579175" y="4730284"/>
                  <a:pt x="9582230" y="4734278"/>
                </a:cubicBezTo>
                <a:lnTo>
                  <a:pt x="9695005" y="4878420"/>
                </a:lnTo>
                <a:lnTo>
                  <a:pt x="9724962" y="4878420"/>
                </a:lnTo>
                <a:lnTo>
                  <a:pt x="9724962" y="4682119"/>
                </a:lnTo>
                <a:cubicBezTo>
                  <a:pt x="9724962" y="4672486"/>
                  <a:pt x="9725960" y="4665614"/>
                  <a:pt x="9727957" y="4661502"/>
                </a:cubicBezTo>
                <a:cubicBezTo>
                  <a:pt x="9729954" y="4657390"/>
                  <a:pt x="9732832" y="4654747"/>
                  <a:pt x="9736592" y="4653572"/>
                </a:cubicBezTo>
                <a:cubicBezTo>
                  <a:pt x="9740350" y="4652398"/>
                  <a:pt x="9744815" y="4651693"/>
                  <a:pt x="9749984" y="4651458"/>
                </a:cubicBezTo>
                <a:lnTo>
                  <a:pt x="9749984" y="4628198"/>
                </a:lnTo>
                <a:lnTo>
                  <a:pt x="9669630" y="4628198"/>
                </a:lnTo>
                <a:lnTo>
                  <a:pt x="9669630" y="4655334"/>
                </a:lnTo>
                <a:cubicBezTo>
                  <a:pt x="9672215" y="4655099"/>
                  <a:pt x="9676326" y="4654923"/>
                  <a:pt x="9681965" y="4654806"/>
                </a:cubicBezTo>
                <a:cubicBezTo>
                  <a:pt x="9687604" y="4654688"/>
                  <a:pt x="9692304" y="4654512"/>
                  <a:pt x="9696062" y="4654277"/>
                </a:cubicBezTo>
                <a:cubicBezTo>
                  <a:pt x="9695828" y="4657332"/>
                  <a:pt x="9695592" y="4661796"/>
                  <a:pt x="9695358" y="4667669"/>
                </a:cubicBezTo>
                <a:cubicBezTo>
                  <a:pt x="9695123" y="4673543"/>
                  <a:pt x="9695005" y="4679652"/>
                  <a:pt x="9695005" y="4685995"/>
                </a:cubicBezTo>
                <a:lnTo>
                  <a:pt x="9695005" y="4797714"/>
                </a:lnTo>
                <a:lnTo>
                  <a:pt x="9694653" y="4797714"/>
                </a:lnTo>
                <a:cubicBezTo>
                  <a:pt x="9691833" y="4793720"/>
                  <a:pt x="9688485" y="4789021"/>
                  <a:pt x="9684608" y="4783617"/>
                </a:cubicBezTo>
                <a:cubicBezTo>
                  <a:pt x="9680732" y="4778213"/>
                  <a:pt x="9675856" y="4771752"/>
                  <a:pt x="9669983" y="4764234"/>
                </a:cubicBezTo>
                <a:lnTo>
                  <a:pt x="9562141" y="4628198"/>
                </a:lnTo>
                <a:close/>
                <a:moveTo>
                  <a:pt x="8593116" y="4628198"/>
                </a:moveTo>
                <a:lnTo>
                  <a:pt x="8593116" y="4655334"/>
                </a:lnTo>
                <a:cubicBezTo>
                  <a:pt x="8595700" y="4655099"/>
                  <a:pt x="8599812" y="4654923"/>
                  <a:pt x="8605450" y="4654806"/>
                </a:cubicBezTo>
                <a:cubicBezTo>
                  <a:pt x="8611090" y="4654688"/>
                  <a:pt x="8615788" y="4654512"/>
                  <a:pt x="8619548" y="4654277"/>
                </a:cubicBezTo>
                <a:cubicBezTo>
                  <a:pt x="8619312" y="4657332"/>
                  <a:pt x="8619018" y="4661796"/>
                  <a:pt x="8618666" y="4667669"/>
                </a:cubicBezTo>
                <a:cubicBezTo>
                  <a:pt x="8618314" y="4673543"/>
                  <a:pt x="8618138" y="4679652"/>
                  <a:pt x="8618138" y="4685995"/>
                </a:cubicBezTo>
                <a:lnTo>
                  <a:pt x="8618138" y="4820974"/>
                </a:lnTo>
                <a:cubicBezTo>
                  <a:pt x="8618138" y="4830372"/>
                  <a:pt x="8617139" y="4837186"/>
                  <a:pt x="8615142" y="4841415"/>
                </a:cubicBezTo>
                <a:cubicBezTo>
                  <a:pt x="8613144" y="4845644"/>
                  <a:pt x="8610325" y="4848346"/>
                  <a:pt x="8606684" y="4849521"/>
                </a:cubicBezTo>
                <a:cubicBezTo>
                  <a:pt x="8603042" y="4850695"/>
                  <a:pt x="8598518" y="4851400"/>
                  <a:pt x="8593116" y="4851635"/>
                </a:cubicBezTo>
                <a:lnTo>
                  <a:pt x="8593116" y="4874895"/>
                </a:lnTo>
                <a:lnTo>
                  <a:pt x="8694262" y="4874895"/>
                </a:lnTo>
                <a:lnTo>
                  <a:pt x="8694262" y="4847759"/>
                </a:lnTo>
                <a:cubicBezTo>
                  <a:pt x="8691911" y="4847759"/>
                  <a:pt x="8687858" y="4847817"/>
                  <a:pt x="8682102" y="4847935"/>
                </a:cubicBezTo>
                <a:cubicBezTo>
                  <a:pt x="8676346" y="4848052"/>
                  <a:pt x="8671588" y="4848346"/>
                  <a:pt x="8667830" y="4848816"/>
                </a:cubicBezTo>
                <a:cubicBezTo>
                  <a:pt x="8668299" y="4845761"/>
                  <a:pt x="8668652" y="4841297"/>
                  <a:pt x="8668887" y="4835424"/>
                </a:cubicBezTo>
                <a:cubicBezTo>
                  <a:pt x="8669121" y="4829550"/>
                  <a:pt x="8669239" y="4823441"/>
                  <a:pt x="8669239" y="4817098"/>
                </a:cubicBezTo>
                <a:lnTo>
                  <a:pt x="8669239" y="4682119"/>
                </a:lnTo>
                <a:cubicBezTo>
                  <a:pt x="8669239" y="4672486"/>
                  <a:pt x="8670238" y="4665614"/>
                  <a:pt x="8672235" y="4661502"/>
                </a:cubicBezTo>
                <a:cubicBezTo>
                  <a:pt x="8674232" y="4657390"/>
                  <a:pt x="8677110" y="4654747"/>
                  <a:pt x="8680870" y="4653572"/>
                </a:cubicBezTo>
                <a:cubicBezTo>
                  <a:pt x="8684628" y="4652398"/>
                  <a:pt x="8689092" y="4651693"/>
                  <a:pt x="8694262" y="4651458"/>
                </a:cubicBezTo>
                <a:lnTo>
                  <a:pt x="8694262" y="4628198"/>
                </a:lnTo>
                <a:close/>
                <a:moveTo>
                  <a:pt x="8097120" y="4628198"/>
                </a:moveTo>
                <a:lnTo>
                  <a:pt x="8095358" y="4707846"/>
                </a:lnTo>
                <a:lnTo>
                  <a:pt x="8118618" y="4707846"/>
                </a:lnTo>
                <a:cubicBezTo>
                  <a:pt x="8118618" y="4688815"/>
                  <a:pt x="8122495" y="4674835"/>
                  <a:pt x="8130248" y="4665907"/>
                </a:cubicBezTo>
                <a:cubicBezTo>
                  <a:pt x="8138002" y="4656979"/>
                  <a:pt x="8148574" y="4652398"/>
                  <a:pt x="8161966" y="4652163"/>
                </a:cubicBezTo>
                <a:lnTo>
                  <a:pt x="8178178" y="4652163"/>
                </a:lnTo>
                <a:lnTo>
                  <a:pt x="8178178" y="4820974"/>
                </a:lnTo>
                <a:cubicBezTo>
                  <a:pt x="8178178" y="4830372"/>
                  <a:pt x="8177179" y="4837186"/>
                  <a:pt x="8175182" y="4841415"/>
                </a:cubicBezTo>
                <a:cubicBezTo>
                  <a:pt x="8173185" y="4845644"/>
                  <a:pt x="8170366" y="4848346"/>
                  <a:pt x="8166724" y="4849521"/>
                </a:cubicBezTo>
                <a:cubicBezTo>
                  <a:pt x="8163082" y="4850695"/>
                  <a:pt x="8158560" y="4851400"/>
                  <a:pt x="8153156" y="4851635"/>
                </a:cubicBezTo>
                <a:lnTo>
                  <a:pt x="8153156" y="4874895"/>
                </a:lnTo>
                <a:lnTo>
                  <a:pt x="8256064" y="4874895"/>
                </a:lnTo>
                <a:lnTo>
                  <a:pt x="8256064" y="4847759"/>
                </a:lnTo>
                <a:cubicBezTo>
                  <a:pt x="8253714" y="4847759"/>
                  <a:pt x="8249426" y="4847817"/>
                  <a:pt x="8243200" y="4847935"/>
                </a:cubicBezTo>
                <a:cubicBezTo>
                  <a:pt x="8236973" y="4848052"/>
                  <a:pt x="8231864" y="4848346"/>
                  <a:pt x="8227870" y="4848816"/>
                </a:cubicBezTo>
                <a:cubicBezTo>
                  <a:pt x="8228339" y="4845761"/>
                  <a:pt x="8228693" y="4841297"/>
                  <a:pt x="8228927" y="4835424"/>
                </a:cubicBezTo>
                <a:cubicBezTo>
                  <a:pt x="8229162" y="4829550"/>
                  <a:pt x="8229280" y="4823441"/>
                  <a:pt x="8229280" y="4817098"/>
                </a:cubicBezTo>
                <a:lnTo>
                  <a:pt x="8229280" y="4651810"/>
                </a:lnTo>
                <a:lnTo>
                  <a:pt x="8246196" y="4651810"/>
                </a:lnTo>
                <a:cubicBezTo>
                  <a:pt x="8259588" y="4651575"/>
                  <a:pt x="8270161" y="4656098"/>
                  <a:pt x="8277914" y="4665379"/>
                </a:cubicBezTo>
                <a:cubicBezTo>
                  <a:pt x="8285668" y="4674659"/>
                  <a:pt x="8289544" y="4688815"/>
                  <a:pt x="8289544" y="4707846"/>
                </a:cubicBezTo>
                <a:lnTo>
                  <a:pt x="8312804" y="4707846"/>
                </a:lnTo>
                <a:lnTo>
                  <a:pt x="8310690" y="4628198"/>
                </a:lnTo>
                <a:close/>
                <a:moveTo>
                  <a:pt x="7116045" y="4628198"/>
                </a:moveTo>
                <a:lnTo>
                  <a:pt x="7114283" y="4707846"/>
                </a:lnTo>
                <a:lnTo>
                  <a:pt x="7137543" y="4707846"/>
                </a:lnTo>
                <a:cubicBezTo>
                  <a:pt x="7137543" y="4688815"/>
                  <a:pt x="7141419" y="4674835"/>
                  <a:pt x="7149173" y="4665907"/>
                </a:cubicBezTo>
                <a:cubicBezTo>
                  <a:pt x="7156926" y="4656979"/>
                  <a:pt x="7167499" y="4652398"/>
                  <a:pt x="7180891" y="4652163"/>
                </a:cubicBezTo>
                <a:lnTo>
                  <a:pt x="7197103" y="4652163"/>
                </a:lnTo>
                <a:lnTo>
                  <a:pt x="7197103" y="4820974"/>
                </a:lnTo>
                <a:cubicBezTo>
                  <a:pt x="7197103" y="4830372"/>
                  <a:pt x="7196104" y="4837186"/>
                  <a:pt x="7194107" y="4841415"/>
                </a:cubicBezTo>
                <a:cubicBezTo>
                  <a:pt x="7192110" y="4845644"/>
                  <a:pt x="7189290" y="4848346"/>
                  <a:pt x="7185649" y="4849521"/>
                </a:cubicBezTo>
                <a:cubicBezTo>
                  <a:pt x="7182007" y="4850695"/>
                  <a:pt x="7177484" y="4851400"/>
                  <a:pt x="7172080" y="4851635"/>
                </a:cubicBezTo>
                <a:lnTo>
                  <a:pt x="7172080" y="4874895"/>
                </a:lnTo>
                <a:lnTo>
                  <a:pt x="7274989" y="4874895"/>
                </a:lnTo>
                <a:lnTo>
                  <a:pt x="7274989" y="4847759"/>
                </a:lnTo>
                <a:cubicBezTo>
                  <a:pt x="7272639" y="4847759"/>
                  <a:pt x="7268351" y="4847817"/>
                  <a:pt x="7262125" y="4847935"/>
                </a:cubicBezTo>
                <a:cubicBezTo>
                  <a:pt x="7255899" y="4848052"/>
                  <a:pt x="7250789" y="4848346"/>
                  <a:pt x="7246795" y="4848816"/>
                </a:cubicBezTo>
                <a:cubicBezTo>
                  <a:pt x="7247265" y="4845761"/>
                  <a:pt x="7247617" y="4841297"/>
                  <a:pt x="7247852" y="4835424"/>
                </a:cubicBezTo>
                <a:cubicBezTo>
                  <a:pt x="7248087" y="4829550"/>
                  <a:pt x="7248205" y="4823441"/>
                  <a:pt x="7248205" y="4817098"/>
                </a:cubicBezTo>
                <a:lnTo>
                  <a:pt x="7248205" y="4651810"/>
                </a:lnTo>
                <a:lnTo>
                  <a:pt x="7265121" y="4651810"/>
                </a:lnTo>
                <a:cubicBezTo>
                  <a:pt x="7278513" y="4651575"/>
                  <a:pt x="7289086" y="4656098"/>
                  <a:pt x="7296840" y="4665379"/>
                </a:cubicBezTo>
                <a:cubicBezTo>
                  <a:pt x="7304593" y="4674659"/>
                  <a:pt x="7308470" y="4688815"/>
                  <a:pt x="7308470" y="4707846"/>
                </a:cubicBezTo>
                <a:lnTo>
                  <a:pt x="7331729" y="4707846"/>
                </a:lnTo>
                <a:lnTo>
                  <a:pt x="7329615" y="4628198"/>
                </a:lnTo>
                <a:close/>
                <a:moveTo>
                  <a:pt x="6601685" y="4628198"/>
                </a:moveTo>
                <a:lnTo>
                  <a:pt x="6601685" y="4655334"/>
                </a:lnTo>
                <a:cubicBezTo>
                  <a:pt x="6604270" y="4655099"/>
                  <a:pt x="6608440" y="4654923"/>
                  <a:pt x="6614196" y="4654806"/>
                </a:cubicBezTo>
                <a:cubicBezTo>
                  <a:pt x="6619953" y="4654688"/>
                  <a:pt x="6624710" y="4654512"/>
                  <a:pt x="6628470" y="4654277"/>
                </a:cubicBezTo>
                <a:cubicBezTo>
                  <a:pt x="6628000" y="4657332"/>
                  <a:pt x="6627648" y="4661796"/>
                  <a:pt x="6627412" y="4667669"/>
                </a:cubicBezTo>
                <a:cubicBezTo>
                  <a:pt x="6627177" y="4673543"/>
                  <a:pt x="6627060" y="4679652"/>
                  <a:pt x="6627060" y="4685995"/>
                </a:cubicBezTo>
                <a:lnTo>
                  <a:pt x="6627765" y="4820974"/>
                </a:lnTo>
                <a:cubicBezTo>
                  <a:pt x="6627765" y="4830372"/>
                  <a:pt x="6626766" y="4837186"/>
                  <a:pt x="6624769" y="4841415"/>
                </a:cubicBezTo>
                <a:cubicBezTo>
                  <a:pt x="6622772" y="4845644"/>
                  <a:pt x="6619953" y="4848346"/>
                  <a:pt x="6616311" y="4849521"/>
                </a:cubicBezTo>
                <a:cubicBezTo>
                  <a:pt x="6612670" y="4850695"/>
                  <a:pt x="6608147" y="4851400"/>
                  <a:pt x="6602743" y="4851635"/>
                </a:cubicBezTo>
                <a:lnTo>
                  <a:pt x="6602743" y="4874895"/>
                </a:lnTo>
                <a:lnTo>
                  <a:pt x="6683096" y="4874895"/>
                </a:lnTo>
                <a:lnTo>
                  <a:pt x="6683096" y="4847759"/>
                </a:lnTo>
                <a:cubicBezTo>
                  <a:pt x="6680746" y="4847759"/>
                  <a:pt x="6676693" y="4847817"/>
                  <a:pt x="6670937" y="4847935"/>
                </a:cubicBezTo>
                <a:cubicBezTo>
                  <a:pt x="6665181" y="4848052"/>
                  <a:pt x="6660423" y="4848346"/>
                  <a:pt x="6656664" y="4848816"/>
                </a:cubicBezTo>
                <a:cubicBezTo>
                  <a:pt x="6657134" y="4845761"/>
                  <a:pt x="6657486" y="4841297"/>
                  <a:pt x="6657721" y="4835424"/>
                </a:cubicBezTo>
                <a:cubicBezTo>
                  <a:pt x="6657956" y="4829550"/>
                  <a:pt x="6658073" y="4823441"/>
                  <a:pt x="6658073" y="4817098"/>
                </a:cubicBezTo>
                <a:lnTo>
                  <a:pt x="6657369" y="4707846"/>
                </a:lnTo>
                <a:lnTo>
                  <a:pt x="6657721" y="4707846"/>
                </a:lnTo>
                <a:cubicBezTo>
                  <a:pt x="6661010" y="4712545"/>
                  <a:pt x="6664300" y="4717126"/>
                  <a:pt x="6667589" y="4721590"/>
                </a:cubicBezTo>
                <a:cubicBezTo>
                  <a:pt x="6670878" y="4726054"/>
                  <a:pt x="6674050" y="4730284"/>
                  <a:pt x="6677105" y="4734278"/>
                </a:cubicBezTo>
                <a:lnTo>
                  <a:pt x="6789880" y="4878420"/>
                </a:lnTo>
                <a:lnTo>
                  <a:pt x="6819837" y="4878420"/>
                </a:lnTo>
                <a:lnTo>
                  <a:pt x="6819837" y="4682119"/>
                </a:lnTo>
                <a:cubicBezTo>
                  <a:pt x="6819837" y="4672486"/>
                  <a:pt x="6820835" y="4665614"/>
                  <a:pt x="6822832" y="4661502"/>
                </a:cubicBezTo>
                <a:cubicBezTo>
                  <a:pt x="6824829" y="4657390"/>
                  <a:pt x="6827707" y="4654747"/>
                  <a:pt x="6831467" y="4653572"/>
                </a:cubicBezTo>
                <a:cubicBezTo>
                  <a:pt x="6835226" y="4652398"/>
                  <a:pt x="6839690" y="4651693"/>
                  <a:pt x="6844859" y="4651458"/>
                </a:cubicBezTo>
                <a:lnTo>
                  <a:pt x="6844859" y="4628198"/>
                </a:lnTo>
                <a:lnTo>
                  <a:pt x="6764506" y="4628198"/>
                </a:lnTo>
                <a:lnTo>
                  <a:pt x="6764506" y="4655334"/>
                </a:lnTo>
                <a:cubicBezTo>
                  <a:pt x="6767090" y="4655099"/>
                  <a:pt x="6771202" y="4654923"/>
                  <a:pt x="6776840" y="4654806"/>
                </a:cubicBezTo>
                <a:cubicBezTo>
                  <a:pt x="6782480" y="4654688"/>
                  <a:pt x="6787178" y="4654512"/>
                  <a:pt x="6790938" y="4654277"/>
                </a:cubicBezTo>
                <a:cubicBezTo>
                  <a:pt x="6790702" y="4657332"/>
                  <a:pt x="6790468" y="4661796"/>
                  <a:pt x="6790233" y="4667669"/>
                </a:cubicBezTo>
                <a:cubicBezTo>
                  <a:pt x="6789998" y="4673543"/>
                  <a:pt x="6789880" y="4679652"/>
                  <a:pt x="6789880" y="4685995"/>
                </a:cubicBezTo>
                <a:lnTo>
                  <a:pt x="6789880" y="4797714"/>
                </a:lnTo>
                <a:lnTo>
                  <a:pt x="6789528" y="4797714"/>
                </a:lnTo>
                <a:cubicBezTo>
                  <a:pt x="6786708" y="4793720"/>
                  <a:pt x="6783360" y="4789021"/>
                  <a:pt x="6779484" y="4783617"/>
                </a:cubicBezTo>
                <a:cubicBezTo>
                  <a:pt x="6775607" y="4778213"/>
                  <a:pt x="6770732" y="4771752"/>
                  <a:pt x="6764858" y="4764234"/>
                </a:cubicBezTo>
                <a:lnTo>
                  <a:pt x="6657016" y="4628198"/>
                </a:lnTo>
                <a:close/>
                <a:moveTo>
                  <a:pt x="6135666" y="4628198"/>
                </a:moveTo>
                <a:lnTo>
                  <a:pt x="6135666" y="4655334"/>
                </a:lnTo>
                <a:cubicBezTo>
                  <a:pt x="6138250" y="4655099"/>
                  <a:pt x="6142362" y="4654923"/>
                  <a:pt x="6148001" y="4654806"/>
                </a:cubicBezTo>
                <a:cubicBezTo>
                  <a:pt x="6153639" y="4654688"/>
                  <a:pt x="6158338" y="4654512"/>
                  <a:pt x="6162097" y="4654277"/>
                </a:cubicBezTo>
                <a:cubicBezTo>
                  <a:pt x="6161863" y="4657332"/>
                  <a:pt x="6161569" y="4661796"/>
                  <a:pt x="6161216" y="4667669"/>
                </a:cubicBezTo>
                <a:cubicBezTo>
                  <a:pt x="6160864" y="4673543"/>
                  <a:pt x="6160688" y="4679652"/>
                  <a:pt x="6160688" y="4685995"/>
                </a:cubicBezTo>
                <a:lnTo>
                  <a:pt x="6160688" y="4820974"/>
                </a:lnTo>
                <a:cubicBezTo>
                  <a:pt x="6160688" y="4830372"/>
                  <a:pt x="6159689" y="4837186"/>
                  <a:pt x="6157692" y="4841415"/>
                </a:cubicBezTo>
                <a:cubicBezTo>
                  <a:pt x="6155695" y="4845644"/>
                  <a:pt x="6152876" y="4848346"/>
                  <a:pt x="6149234" y="4849521"/>
                </a:cubicBezTo>
                <a:cubicBezTo>
                  <a:pt x="6145592" y="4850695"/>
                  <a:pt x="6141069" y="4851400"/>
                  <a:pt x="6135666" y="4851635"/>
                </a:cubicBezTo>
                <a:lnTo>
                  <a:pt x="6135666" y="4874895"/>
                </a:lnTo>
                <a:lnTo>
                  <a:pt x="6321746" y="4874895"/>
                </a:lnTo>
                <a:lnTo>
                  <a:pt x="6323508" y="4797362"/>
                </a:lnTo>
                <a:lnTo>
                  <a:pt x="6300600" y="4797362"/>
                </a:lnTo>
                <a:cubicBezTo>
                  <a:pt x="6300600" y="4810049"/>
                  <a:pt x="6298486" y="4820093"/>
                  <a:pt x="6294257" y="4827494"/>
                </a:cubicBezTo>
                <a:cubicBezTo>
                  <a:pt x="6290028" y="4834895"/>
                  <a:pt x="6284624" y="4840181"/>
                  <a:pt x="6278045" y="4843353"/>
                </a:cubicBezTo>
                <a:cubicBezTo>
                  <a:pt x="6271467" y="4846525"/>
                  <a:pt x="6264653" y="4848111"/>
                  <a:pt x="6257605" y="4848111"/>
                </a:cubicBezTo>
                <a:lnTo>
                  <a:pt x="6210380" y="4848111"/>
                </a:lnTo>
                <a:cubicBezTo>
                  <a:pt x="6210849" y="4845057"/>
                  <a:pt x="6211202" y="4840710"/>
                  <a:pt x="6211437" y="4835071"/>
                </a:cubicBezTo>
                <a:cubicBezTo>
                  <a:pt x="6211672" y="4829432"/>
                  <a:pt x="6211789" y="4823441"/>
                  <a:pt x="6211789" y="4817098"/>
                </a:cubicBezTo>
                <a:lnTo>
                  <a:pt x="6211789" y="4759300"/>
                </a:lnTo>
                <a:lnTo>
                  <a:pt x="6220953" y="4758947"/>
                </a:lnTo>
                <a:cubicBezTo>
                  <a:pt x="6227296" y="4758712"/>
                  <a:pt x="6233111" y="4759182"/>
                  <a:pt x="6238397" y="4760357"/>
                </a:cubicBezTo>
                <a:cubicBezTo>
                  <a:pt x="6243684" y="4761532"/>
                  <a:pt x="6247854" y="4764293"/>
                  <a:pt x="6250909" y="4768639"/>
                </a:cubicBezTo>
                <a:cubicBezTo>
                  <a:pt x="6253962" y="4772986"/>
                  <a:pt x="6255490" y="4780093"/>
                  <a:pt x="6255490" y="4789961"/>
                </a:cubicBezTo>
                <a:lnTo>
                  <a:pt x="6278750" y="4789961"/>
                </a:lnTo>
                <a:lnTo>
                  <a:pt x="6278750" y="4704322"/>
                </a:lnTo>
                <a:lnTo>
                  <a:pt x="6251613" y="4704322"/>
                </a:lnTo>
                <a:lnTo>
                  <a:pt x="6253023" y="4734983"/>
                </a:lnTo>
                <a:lnTo>
                  <a:pt x="6211789" y="4734983"/>
                </a:lnTo>
                <a:lnTo>
                  <a:pt x="6211789" y="4682119"/>
                </a:lnTo>
                <a:cubicBezTo>
                  <a:pt x="6211789" y="4672956"/>
                  <a:pt x="6212729" y="4666201"/>
                  <a:pt x="6214609" y="4661854"/>
                </a:cubicBezTo>
                <a:cubicBezTo>
                  <a:pt x="6216488" y="4657508"/>
                  <a:pt x="6219190" y="4654688"/>
                  <a:pt x="6222715" y="4653396"/>
                </a:cubicBezTo>
                <a:cubicBezTo>
                  <a:pt x="6226239" y="4652104"/>
                  <a:pt x="6230468" y="4651458"/>
                  <a:pt x="6235402" y="4651458"/>
                </a:cubicBezTo>
                <a:lnTo>
                  <a:pt x="6248089" y="4651105"/>
                </a:lnTo>
                <a:cubicBezTo>
                  <a:pt x="6254433" y="4650870"/>
                  <a:pt x="6260894" y="4651869"/>
                  <a:pt x="6267473" y="4654101"/>
                </a:cubicBezTo>
                <a:cubicBezTo>
                  <a:pt x="6274051" y="4656333"/>
                  <a:pt x="6279573" y="4660738"/>
                  <a:pt x="6284036" y="4667317"/>
                </a:cubicBezTo>
                <a:cubicBezTo>
                  <a:pt x="6288500" y="4673896"/>
                  <a:pt x="6290732" y="4683646"/>
                  <a:pt x="6290732" y="4696568"/>
                </a:cubicBezTo>
                <a:lnTo>
                  <a:pt x="6313993" y="4696568"/>
                </a:lnTo>
                <a:lnTo>
                  <a:pt x="6311878" y="4628198"/>
                </a:lnTo>
                <a:close/>
                <a:moveTo>
                  <a:pt x="3326857" y="4628198"/>
                </a:moveTo>
                <a:lnTo>
                  <a:pt x="3326857" y="4655334"/>
                </a:lnTo>
                <a:cubicBezTo>
                  <a:pt x="3329442" y="4655099"/>
                  <a:pt x="3333554" y="4654923"/>
                  <a:pt x="3339192" y="4654806"/>
                </a:cubicBezTo>
                <a:cubicBezTo>
                  <a:pt x="3344831" y="4654688"/>
                  <a:pt x="3349530" y="4654512"/>
                  <a:pt x="3353289" y="4654277"/>
                </a:cubicBezTo>
                <a:cubicBezTo>
                  <a:pt x="3353054" y="4657332"/>
                  <a:pt x="3352761" y="4661796"/>
                  <a:pt x="3352408" y="4667669"/>
                </a:cubicBezTo>
                <a:cubicBezTo>
                  <a:pt x="3352056" y="4673543"/>
                  <a:pt x="3351880" y="4679652"/>
                  <a:pt x="3351880" y="4685995"/>
                </a:cubicBezTo>
                <a:lnTo>
                  <a:pt x="3351880" y="4771282"/>
                </a:lnTo>
                <a:cubicBezTo>
                  <a:pt x="3351880" y="4786319"/>
                  <a:pt x="3353466" y="4800416"/>
                  <a:pt x="3356637" y="4813573"/>
                </a:cubicBezTo>
                <a:cubicBezTo>
                  <a:pt x="3359809" y="4826730"/>
                  <a:pt x="3365213" y="4838361"/>
                  <a:pt x="3372849" y="4848463"/>
                </a:cubicBezTo>
                <a:cubicBezTo>
                  <a:pt x="3380485" y="4858566"/>
                  <a:pt x="3390881" y="4866437"/>
                  <a:pt x="3404039" y="4872076"/>
                </a:cubicBezTo>
                <a:cubicBezTo>
                  <a:pt x="3417196" y="4877715"/>
                  <a:pt x="3433642" y="4880534"/>
                  <a:pt x="3453378" y="4880534"/>
                </a:cubicBezTo>
                <a:cubicBezTo>
                  <a:pt x="3472174" y="4880534"/>
                  <a:pt x="3489031" y="4876951"/>
                  <a:pt x="3503951" y="4869785"/>
                </a:cubicBezTo>
                <a:cubicBezTo>
                  <a:pt x="3518870" y="4862619"/>
                  <a:pt x="3530618" y="4850989"/>
                  <a:pt x="3539194" y="4834895"/>
                </a:cubicBezTo>
                <a:cubicBezTo>
                  <a:pt x="3547769" y="4818801"/>
                  <a:pt x="3552057" y="4797244"/>
                  <a:pt x="3552057" y="4770225"/>
                </a:cubicBezTo>
                <a:lnTo>
                  <a:pt x="3552057" y="4682119"/>
                </a:lnTo>
                <a:cubicBezTo>
                  <a:pt x="3552057" y="4672486"/>
                  <a:pt x="3553056" y="4665614"/>
                  <a:pt x="3555053" y="4661502"/>
                </a:cubicBezTo>
                <a:cubicBezTo>
                  <a:pt x="3557050" y="4657390"/>
                  <a:pt x="3559928" y="4654747"/>
                  <a:pt x="3563687" y="4653572"/>
                </a:cubicBezTo>
                <a:cubicBezTo>
                  <a:pt x="3567446" y="4652398"/>
                  <a:pt x="3571910" y="4651693"/>
                  <a:pt x="3577079" y="4651458"/>
                </a:cubicBezTo>
                <a:lnTo>
                  <a:pt x="3577079" y="4628198"/>
                </a:lnTo>
                <a:lnTo>
                  <a:pt x="3495317" y="4628198"/>
                </a:lnTo>
                <a:lnTo>
                  <a:pt x="3495317" y="4655334"/>
                </a:lnTo>
                <a:cubicBezTo>
                  <a:pt x="3497901" y="4655099"/>
                  <a:pt x="3502072" y="4654923"/>
                  <a:pt x="3507828" y="4654806"/>
                </a:cubicBezTo>
                <a:cubicBezTo>
                  <a:pt x="3513584" y="4654688"/>
                  <a:pt x="3518342" y="4654512"/>
                  <a:pt x="3522101" y="4654277"/>
                </a:cubicBezTo>
                <a:cubicBezTo>
                  <a:pt x="3521631" y="4657332"/>
                  <a:pt x="3521279" y="4661796"/>
                  <a:pt x="3521044" y="4667669"/>
                </a:cubicBezTo>
                <a:cubicBezTo>
                  <a:pt x="3520809" y="4673543"/>
                  <a:pt x="3520691" y="4679652"/>
                  <a:pt x="3520691" y="4685995"/>
                </a:cubicBezTo>
                <a:lnTo>
                  <a:pt x="3520691" y="4778331"/>
                </a:lnTo>
                <a:cubicBezTo>
                  <a:pt x="3520691" y="4804410"/>
                  <a:pt x="3515287" y="4823676"/>
                  <a:pt x="3504480" y="4836128"/>
                </a:cubicBezTo>
                <a:cubicBezTo>
                  <a:pt x="3493672" y="4848581"/>
                  <a:pt x="3478518" y="4854455"/>
                  <a:pt x="3459017" y="4853750"/>
                </a:cubicBezTo>
                <a:cubicBezTo>
                  <a:pt x="3449619" y="4853280"/>
                  <a:pt x="3440632" y="4850930"/>
                  <a:pt x="3432056" y="4846701"/>
                </a:cubicBezTo>
                <a:cubicBezTo>
                  <a:pt x="3423481" y="4842472"/>
                  <a:pt x="3416491" y="4835012"/>
                  <a:pt x="3411087" y="4824322"/>
                </a:cubicBezTo>
                <a:cubicBezTo>
                  <a:pt x="3405683" y="4813632"/>
                  <a:pt x="3402981" y="4798536"/>
                  <a:pt x="3402981" y="4779036"/>
                </a:cubicBezTo>
                <a:lnTo>
                  <a:pt x="3402981" y="4682119"/>
                </a:lnTo>
                <a:cubicBezTo>
                  <a:pt x="3402981" y="4672486"/>
                  <a:pt x="3403980" y="4665614"/>
                  <a:pt x="3405977" y="4661502"/>
                </a:cubicBezTo>
                <a:cubicBezTo>
                  <a:pt x="3407974" y="4657390"/>
                  <a:pt x="3410852" y="4654747"/>
                  <a:pt x="3414611" y="4653572"/>
                </a:cubicBezTo>
                <a:cubicBezTo>
                  <a:pt x="3418370" y="4652398"/>
                  <a:pt x="3422835" y="4651693"/>
                  <a:pt x="3428003" y="4651458"/>
                </a:cubicBezTo>
                <a:lnTo>
                  <a:pt x="3428003" y="4628198"/>
                </a:lnTo>
                <a:close/>
                <a:moveTo>
                  <a:pt x="1448670" y="4628198"/>
                </a:moveTo>
                <a:lnTo>
                  <a:pt x="1446908" y="4707846"/>
                </a:lnTo>
                <a:lnTo>
                  <a:pt x="1470168" y="4707846"/>
                </a:lnTo>
                <a:cubicBezTo>
                  <a:pt x="1470168" y="4688815"/>
                  <a:pt x="1474045" y="4674835"/>
                  <a:pt x="1481798" y="4665907"/>
                </a:cubicBezTo>
                <a:cubicBezTo>
                  <a:pt x="1489552" y="4656979"/>
                  <a:pt x="1500124" y="4652398"/>
                  <a:pt x="1513516" y="4652163"/>
                </a:cubicBezTo>
                <a:lnTo>
                  <a:pt x="1529728" y="4652163"/>
                </a:lnTo>
                <a:lnTo>
                  <a:pt x="1529728" y="4820974"/>
                </a:lnTo>
                <a:cubicBezTo>
                  <a:pt x="1529728" y="4830372"/>
                  <a:pt x="1528730" y="4837186"/>
                  <a:pt x="1526732" y="4841415"/>
                </a:cubicBezTo>
                <a:cubicBezTo>
                  <a:pt x="1524735" y="4845644"/>
                  <a:pt x="1521916" y="4848346"/>
                  <a:pt x="1518274" y="4849521"/>
                </a:cubicBezTo>
                <a:cubicBezTo>
                  <a:pt x="1514633" y="4850695"/>
                  <a:pt x="1510110" y="4851400"/>
                  <a:pt x="1504706" y="4851635"/>
                </a:cubicBezTo>
                <a:lnTo>
                  <a:pt x="1504706" y="4874895"/>
                </a:lnTo>
                <a:lnTo>
                  <a:pt x="1607614" y="4874895"/>
                </a:lnTo>
                <a:lnTo>
                  <a:pt x="1607614" y="4847759"/>
                </a:lnTo>
                <a:cubicBezTo>
                  <a:pt x="1605265" y="4847759"/>
                  <a:pt x="1600977" y="4847817"/>
                  <a:pt x="1594750" y="4847935"/>
                </a:cubicBezTo>
                <a:cubicBezTo>
                  <a:pt x="1588524" y="4848052"/>
                  <a:pt x="1583414" y="4848346"/>
                  <a:pt x="1579420" y="4848816"/>
                </a:cubicBezTo>
                <a:cubicBezTo>
                  <a:pt x="1579890" y="4845761"/>
                  <a:pt x="1580242" y="4841297"/>
                  <a:pt x="1580477" y="4835424"/>
                </a:cubicBezTo>
                <a:cubicBezTo>
                  <a:pt x="1580712" y="4829550"/>
                  <a:pt x="1580830" y="4823441"/>
                  <a:pt x="1580830" y="4817098"/>
                </a:cubicBezTo>
                <a:lnTo>
                  <a:pt x="1580830" y="4651810"/>
                </a:lnTo>
                <a:lnTo>
                  <a:pt x="1597746" y="4651810"/>
                </a:lnTo>
                <a:cubicBezTo>
                  <a:pt x="1611138" y="4651575"/>
                  <a:pt x="1621711" y="4656098"/>
                  <a:pt x="1629464" y="4665379"/>
                </a:cubicBezTo>
                <a:cubicBezTo>
                  <a:pt x="1637218" y="4674659"/>
                  <a:pt x="1641094" y="4688815"/>
                  <a:pt x="1641094" y="4707846"/>
                </a:cubicBezTo>
                <a:lnTo>
                  <a:pt x="1664354" y="4707846"/>
                </a:lnTo>
                <a:lnTo>
                  <a:pt x="1662240" y="4628198"/>
                </a:lnTo>
                <a:close/>
                <a:moveTo>
                  <a:pt x="5292779" y="4627493"/>
                </a:moveTo>
                <a:cubicBezTo>
                  <a:pt x="5276098" y="4627728"/>
                  <a:pt x="5259416" y="4627845"/>
                  <a:pt x="5242735" y="4627845"/>
                </a:cubicBezTo>
                <a:cubicBezTo>
                  <a:pt x="5226054" y="4627845"/>
                  <a:pt x="5209372" y="4627963"/>
                  <a:pt x="5192690" y="4628198"/>
                </a:cubicBezTo>
                <a:lnTo>
                  <a:pt x="5192690" y="4655334"/>
                </a:lnTo>
                <a:cubicBezTo>
                  <a:pt x="5195275" y="4655099"/>
                  <a:pt x="5199387" y="4654923"/>
                  <a:pt x="5205025" y="4654806"/>
                </a:cubicBezTo>
                <a:cubicBezTo>
                  <a:pt x="5210664" y="4654688"/>
                  <a:pt x="5215364" y="4654512"/>
                  <a:pt x="5219122" y="4654277"/>
                </a:cubicBezTo>
                <a:cubicBezTo>
                  <a:pt x="5218887" y="4657332"/>
                  <a:pt x="5218594" y="4661796"/>
                  <a:pt x="5218241" y="4667669"/>
                </a:cubicBezTo>
                <a:cubicBezTo>
                  <a:pt x="5217889" y="4673543"/>
                  <a:pt x="5217713" y="4679652"/>
                  <a:pt x="5217713" y="4685995"/>
                </a:cubicBezTo>
                <a:lnTo>
                  <a:pt x="5217713" y="4820974"/>
                </a:lnTo>
                <a:cubicBezTo>
                  <a:pt x="5217713" y="4830372"/>
                  <a:pt x="5216715" y="4837186"/>
                  <a:pt x="5214717" y="4841415"/>
                </a:cubicBezTo>
                <a:cubicBezTo>
                  <a:pt x="5212721" y="4845644"/>
                  <a:pt x="5209901" y="4848346"/>
                  <a:pt x="5206259" y="4849521"/>
                </a:cubicBezTo>
                <a:cubicBezTo>
                  <a:pt x="5202617" y="4850695"/>
                  <a:pt x="5198095" y="4851400"/>
                  <a:pt x="5192690" y="4851635"/>
                </a:cubicBezTo>
                <a:lnTo>
                  <a:pt x="5192690" y="4874895"/>
                </a:lnTo>
                <a:lnTo>
                  <a:pt x="5297361" y="4874895"/>
                </a:lnTo>
                <a:lnTo>
                  <a:pt x="5297361" y="4847759"/>
                </a:lnTo>
                <a:cubicBezTo>
                  <a:pt x="5295716" y="4847759"/>
                  <a:pt x="5292956" y="4847817"/>
                  <a:pt x="5289079" y="4847935"/>
                </a:cubicBezTo>
                <a:cubicBezTo>
                  <a:pt x="5285202" y="4848052"/>
                  <a:pt x="5281267" y="4848170"/>
                  <a:pt x="5277273" y="4848287"/>
                </a:cubicBezTo>
                <a:cubicBezTo>
                  <a:pt x="5273278" y="4848405"/>
                  <a:pt x="5269989" y="4848581"/>
                  <a:pt x="5267405" y="4848816"/>
                </a:cubicBezTo>
                <a:cubicBezTo>
                  <a:pt x="5267875" y="4845761"/>
                  <a:pt x="5268227" y="4841297"/>
                  <a:pt x="5268462" y="4835424"/>
                </a:cubicBezTo>
                <a:cubicBezTo>
                  <a:pt x="5268697" y="4829550"/>
                  <a:pt x="5268814" y="4823324"/>
                  <a:pt x="5268814" y="4816745"/>
                </a:cubicBezTo>
                <a:lnTo>
                  <a:pt x="5268814" y="4779036"/>
                </a:lnTo>
                <a:lnTo>
                  <a:pt x="5287140" y="4779036"/>
                </a:lnTo>
                <a:cubicBezTo>
                  <a:pt x="5291135" y="4783265"/>
                  <a:pt x="5296069" y="4790078"/>
                  <a:pt x="5301942" y="4799476"/>
                </a:cubicBezTo>
                <a:lnTo>
                  <a:pt x="5328023" y="4841767"/>
                </a:lnTo>
                <a:cubicBezTo>
                  <a:pt x="5332721" y="4849286"/>
                  <a:pt x="5337126" y="4855923"/>
                  <a:pt x="5341238" y="4861679"/>
                </a:cubicBezTo>
                <a:cubicBezTo>
                  <a:pt x="5345349" y="4867436"/>
                  <a:pt x="5349520" y="4871841"/>
                  <a:pt x="5353750" y="4874895"/>
                </a:cubicBezTo>
                <a:lnTo>
                  <a:pt x="5411899" y="4874895"/>
                </a:lnTo>
                <a:lnTo>
                  <a:pt x="5411899" y="4851635"/>
                </a:lnTo>
                <a:cubicBezTo>
                  <a:pt x="5403911" y="4851165"/>
                  <a:pt x="5397273" y="4848522"/>
                  <a:pt x="5391987" y="4843706"/>
                </a:cubicBezTo>
                <a:cubicBezTo>
                  <a:pt x="5386700" y="4838889"/>
                  <a:pt x="5380181" y="4830490"/>
                  <a:pt x="5372428" y="4818507"/>
                </a:cubicBezTo>
                <a:lnTo>
                  <a:pt x="5355864" y="4793837"/>
                </a:lnTo>
                <a:cubicBezTo>
                  <a:pt x="5352809" y="4789138"/>
                  <a:pt x="5349108" y="4784674"/>
                  <a:pt x="5344762" y="4780445"/>
                </a:cubicBezTo>
                <a:cubicBezTo>
                  <a:pt x="5340415" y="4776216"/>
                  <a:pt x="5336010" y="4773162"/>
                  <a:pt x="5331546" y="4771282"/>
                </a:cubicBezTo>
                <a:cubicBezTo>
                  <a:pt x="5352222" y="4765409"/>
                  <a:pt x="5367611" y="4756363"/>
                  <a:pt x="5377714" y="4744146"/>
                </a:cubicBezTo>
                <a:cubicBezTo>
                  <a:pt x="5387817" y="4731928"/>
                  <a:pt x="5393103" y="4718301"/>
                  <a:pt x="5393573" y="4703264"/>
                </a:cubicBezTo>
                <a:cubicBezTo>
                  <a:pt x="5394042" y="4684468"/>
                  <a:pt x="5390166" y="4669549"/>
                  <a:pt x="5381943" y="4658506"/>
                </a:cubicBezTo>
                <a:cubicBezTo>
                  <a:pt x="5373720" y="4647464"/>
                  <a:pt x="5361972" y="4639475"/>
                  <a:pt x="5346701" y="4634541"/>
                </a:cubicBezTo>
                <a:cubicBezTo>
                  <a:pt x="5331429" y="4629607"/>
                  <a:pt x="5313455" y="4627258"/>
                  <a:pt x="5292779" y="4627493"/>
                </a:cubicBezTo>
                <a:close/>
                <a:moveTo>
                  <a:pt x="4816529" y="4627493"/>
                </a:moveTo>
                <a:cubicBezTo>
                  <a:pt x="4799848" y="4627728"/>
                  <a:pt x="4783166" y="4627845"/>
                  <a:pt x="4766485" y="4627845"/>
                </a:cubicBezTo>
                <a:cubicBezTo>
                  <a:pt x="4749803" y="4627845"/>
                  <a:pt x="4733122" y="4627963"/>
                  <a:pt x="4716441" y="4628198"/>
                </a:cubicBezTo>
                <a:lnTo>
                  <a:pt x="4716441" y="4655334"/>
                </a:lnTo>
                <a:cubicBezTo>
                  <a:pt x="4719025" y="4655099"/>
                  <a:pt x="4723137" y="4654923"/>
                  <a:pt x="4728775" y="4654806"/>
                </a:cubicBezTo>
                <a:cubicBezTo>
                  <a:pt x="4734415" y="4654688"/>
                  <a:pt x="4739113" y="4654512"/>
                  <a:pt x="4742872" y="4654277"/>
                </a:cubicBezTo>
                <a:cubicBezTo>
                  <a:pt x="4742637" y="4657332"/>
                  <a:pt x="4742344" y="4661796"/>
                  <a:pt x="4741991" y="4667669"/>
                </a:cubicBezTo>
                <a:cubicBezTo>
                  <a:pt x="4741639" y="4673543"/>
                  <a:pt x="4741463" y="4679652"/>
                  <a:pt x="4741463" y="4685995"/>
                </a:cubicBezTo>
                <a:lnTo>
                  <a:pt x="4741463" y="4820974"/>
                </a:lnTo>
                <a:cubicBezTo>
                  <a:pt x="4741463" y="4830372"/>
                  <a:pt x="4740464" y="4837186"/>
                  <a:pt x="4738467" y="4841415"/>
                </a:cubicBezTo>
                <a:cubicBezTo>
                  <a:pt x="4736471" y="4845644"/>
                  <a:pt x="4733650" y="4848346"/>
                  <a:pt x="4730009" y="4849521"/>
                </a:cubicBezTo>
                <a:cubicBezTo>
                  <a:pt x="4726368" y="4850695"/>
                  <a:pt x="4721844" y="4851400"/>
                  <a:pt x="4716441" y="4851635"/>
                </a:cubicBezTo>
                <a:lnTo>
                  <a:pt x="4716441" y="4874895"/>
                </a:lnTo>
                <a:lnTo>
                  <a:pt x="4821111" y="4874895"/>
                </a:lnTo>
                <a:lnTo>
                  <a:pt x="4821111" y="4847759"/>
                </a:lnTo>
                <a:cubicBezTo>
                  <a:pt x="4819466" y="4847759"/>
                  <a:pt x="4816705" y="4847817"/>
                  <a:pt x="4812829" y="4847935"/>
                </a:cubicBezTo>
                <a:cubicBezTo>
                  <a:pt x="4808952" y="4848052"/>
                  <a:pt x="4805016" y="4848170"/>
                  <a:pt x="4801023" y="4848287"/>
                </a:cubicBezTo>
                <a:cubicBezTo>
                  <a:pt x="4797028" y="4848405"/>
                  <a:pt x="4793739" y="4848581"/>
                  <a:pt x="4791155" y="4848816"/>
                </a:cubicBezTo>
                <a:cubicBezTo>
                  <a:pt x="4791624" y="4845761"/>
                  <a:pt x="4791977" y="4841297"/>
                  <a:pt x="4792212" y="4835424"/>
                </a:cubicBezTo>
                <a:cubicBezTo>
                  <a:pt x="4792447" y="4829550"/>
                  <a:pt x="4792565" y="4823324"/>
                  <a:pt x="4792565" y="4816745"/>
                </a:cubicBezTo>
                <a:lnTo>
                  <a:pt x="4792565" y="4785732"/>
                </a:lnTo>
                <a:cubicBezTo>
                  <a:pt x="4799848" y="4785967"/>
                  <a:pt x="4808306" y="4785967"/>
                  <a:pt x="4817939" y="4785732"/>
                </a:cubicBezTo>
                <a:cubicBezTo>
                  <a:pt x="4840259" y="4785027"/>
                  <a:pt x="4858761" y="4780798"/>
                  <a:pt x="4873446" y="4773044"/>
                </a:cubicBezTo>
                <a:cubicBezTo>
                  <a:pt x="4888130" y="4765291"/>
                  <a:pt x="4899173" y="4755541"/>
                  <a:pt x="4906574" y="4743793"/>
                </a:cubicBezTo>
                <a:cubicBezTo>
                  <a:pt x="4913975" y="4732046"/>
                  <a:pt x="4917793" y="4719946"/>
                  <a:pt x="4918028" y="4707493"/>
                </a:cubicBezTo>
                <a:cubicBezTo>
                  <a:pt x="4918497" y="4688697"/>
                  <a:pt x="4914562" y="4673426"/>
                  <a:pt x="4906221" y="4661678"/>
                </a:cubicBezTo>
                <a:cubicBezTo>
                  <a:pt x="4897880" y="4649931"/>
                  <a:pt x="4886016" y="4641237"/>
                  <a:pt x="4870627" y="4635599"/>
                </a:cubicBezTo>
                <a:cubicBezTo>
                  <a:pt x="4855237" y="4629960"/>
                  <a:pt x="4837205" y="4627258"/>
                  <a:pt x="4816529" y="4627493"/>
                </a:cubicBezTo>
                <a:close/>
                <a:moveTo>
                  <a:pt x="3949754" y="4627493"/>
                </a:moveTo>
                <a:cubicBezTo>
                  <a:pt x="3933073" y="4627728"/>
                  <a:pt x="3916392" y="4627845"/>
                  <a:pt x="3899710" y="4627845"/>
                </a:cubicBezTo>
                <a:cubicBezTo>
                  <a:pt x="3883029" y="4627845"/>
                  <a:pt x="3866347" y="4627963"/>
                  <a:pt x="3849666" y="4628198"/>
                </a:cubicBezTo>
                <a:lnTo>
                  <a:pt x="3849666" y="4655334"/>
                </a:lnTo>
                <a:cubicBezTo>
                  <a:pt x="3852250" y="4655099"/>
                  <a:pt x="3856362" y="4654923"/>
                  <a:pt x="3862000" y="4654806"/>
                </a:cubicBezTo>
                <a:cubicBezTo>
                  <a:pt x="3867639" y="4654688"/>
                  <a:pt x="3872338" y="4654512"/>
                  <a:pt x="3876098" y="4654277"/>
                </a:cubicBezTo>
                <a:cubicBezTo>
                  <a:pt x="3875863" y="4657332"/>
                  <a:pt x="3875569" y="4661796"/>
                  <a:pt x="3875216" y="4667669"/>
                </a:cubicBezTo>
                <a:cubicBezTo>
                  <a:pt x="3874864" y="4673543"/>
                  <a:pt x="3874688" y="4679652"/>
                  <a:pt x="3874688" y="4685995"/>
                </a:cubicBezTo>
                <a:lnTo>
                  <a:pt x="3874688" y="4820974"/>
                </a:lnTo>
                <a:cubicBezTo>
                  <a:pt x="3874688" y="4830372"/>
                  <a:pt x="3873689" y="4837186"/>
                  <a:pt x="3871692" y="4841415"/>
                </a:cubicBezTo>
                <a:cubicBezTo>
                  <a:pt x="3869695" y="4845644"/>
                  <a:pt x="3866876" y="4848346"/>
                  <a:pt x="3863234" y="4849521"/>
                </a:cubicBezTo>
                <a:cubicBezTo>
                  <a:pt x="3859592" y="4850695"/>
                  <a:pt x="3855070" y="4851400"/>
                  <a:pt x="3849666" y="4851635"/>
                </a:cubicBezTo>
                <a:lnTo>
                  <a:pt x="3849666" y="4874895"/>
                </a:lnTo>
                <a:lnTo>
                  <a:pt x="3954336" y="4874895"/>
                </a:lnTo>
                <a:lnTo>
                  <a:pt x="3954336" y="4847759"/>
                </a:lnTo>
                <a:cubicBezTo>
                  <a:pt x="3952691" y="4847759"/>
                  <a:pt x="3949930" y="4847817"/>
                  <a:pt x="3946054" y="4847935"/>
                </a:cubicBezTo>
                <a:cubicBezTo>
                  <a:pt x="3942177" y="4848052"/>
                  <a:pt x="3938242" y="4848170"/>
                  <a:pt x="3934248" y="4848287"/>
                </a:cubicBezTo>
                <a:cubicBezTo>
                  <a:pt x="3930254" y="4848405"/>
                  <a:pt x="3926964" y="4848581"/>
                  <a:pt x="3924380" y="4848816"/>
                </a:cubicBezTo>
                <a:cubicBezTo>
                  <a:pt x="3924850" y="4845761"/>
                  <a:pt x="3925202" y="4841297"/>
                  <a:pt x="3925437" y="4835424"/>
                </a:cubicBezTo>
                <a:cubicBezTo>
                  <a:pt x="3925672" y="4829550"/>
                  <a:pt x="3925790" y="4823324"/>
                  <a:pt x="3925790" y="4816745"/>
                </a:cubicBezTo>
                <a:lnTo>
                  <a:pt x="3925790" y="4779036"/>
                </a:lnTo>
                <a:lnTo>
                  <a:pt x="3944116" y="4779036"/>
                </a:lnTo>
                <a:cubicBezTo>
                  <a:pt x="3948110" y="4783265"/>
                  <a:pt x="3953043" y="4790078"/>
                  <a:pt x="3958918" y="4799476"/>
                </a:cubicBezTo>
                <a:lnTo>
                  <a:pt x="3984996" y="4841767"/>
                </a:lnTo>
                <a:cubicBezTo>
                  <a:pt x="3989696" y="4849286"/>
                  <a:pt x="3994101" y="4855923"/>
                  <a:pt x="3998213" y="4861679"/>
                </a:cubicBezTo>
                <a:cubicBezTo>
                  <a:pt x="4002324" y="4867436"/>
                  <a:pt x="4006495" y="4871841"/>
                  <a:pt x="4010724" y="4874895"/>
                </a:cubicBezTo>
                <a:lnTo>
                  <a:pt x="4068874" y="4874895"/>
                </a:lnTo>
                <a:lnTo>
                  <a:pt x="4068874" y="4851635"/>
                </a:lnTo>
                <a:cubicBezTo>
                  <a:pt x="4060886" y="4851165"/>
                  <a:pt x="4054248" y="4848522"/>
                  <a:pt x="4048962" y="4843706"/>
                </a:cubicBezTo>
                <a:cubicBezTo>
                  <a:pt x="4043675" y="4838889"/>
                  <a:pt x="4037156" y="4830490"/>
                  <a:pt x="4029403" y="4818507"/>
                </a:cubicBezTo>
                <a:lnTo>
                  <a:pt x="4012839" y="4793837"/>
                </a:lnTo>
                <a:cubicBezTo>
                  <a:pt x="4009784" y="4789138"/>
                  <a:pt x="4006084" y="4784674"/>
                  <a:pt x="4001737" y="4780445"/>
                </a:cubicBezTo>
                <a:cubicBezTo>
                  <a:pt x="3997391" y="4776216"/>
                  <a:pt x="3992985" y="4773162"/>
                  <a:pt x="3988522" y="4771282"/>
                </a:cubicBezTo>
                <a:cubicBezTo>
                  <a:pt x="4009197" y="4765409"/>
                  <a:pt x="4024586" y="4756363"/>
                  <a:pt x="4034689" y="4744146"/>
                </a:cubicBezTo>
                <a:cubicBezTo>
                  <a:pt x="4044792" y="4731928"/>
                  <a:pt x="4050078" y="4718301"/>
                  <a:pt x="4050548" y="4703264"/>
                </a:cubicBezTo>
                <a:cubicBezTo>
                  <a:pt x="4051018" y="4684468"/>
                  <a:pt x="4047141" y="4669549"/>
                  <a:pt x="4038918" y="4658506"/>
                </a:cubicBezTo>
                <a:cubicBezTo>
                  <a:pt x="4030695" y="4647464"/>
                  <a:pt x="4018948" y="4639475"/>
                  <a:pt x="4003676" y="4634541"/>
                </a:cubicBezTo>
                <a:cubicBezTo>
                  <a:pt x="3988404" y="4629607"/>
                  <a:pt x="3970430" y="4627258"/>
                  <a:pt x="3949754" y="4627493"/>
                </a:cubicBezTo>
                <a:close/>
                <a:moveTo>
                  <a:pt x="9102054" y="4622559"/>
                </a:moveTo>
                <a:cubicBezTo>
                  <a:pt x="9081144" y="4622559"/>
                  <a:pt x="9062936" y="4626436"/>
                  <a:pt x="9047429" y="4634189"/>
                </a:cubicBezTo>
                <a:cubicBezTo>
                  <a:pt x="9031922" y="4641942"/>
                  <a:pt x="9019058" y="4652163"/>
                  <a:pt x="9008838" y="4664850"/>
                </a:cubicBezTo>
                <a:cubicBezTo>
                  <a:pt x="8998618" y="4677537"/>
                  <a:pt x="8990982" y="4691458"/>
                  <a:pt x="8985931" y="4706612"/>
                </a:cubicBezTo>
                <a:cubicBezTo>
                  <a:pt x="8980880" y="4721767"/>
                  <a:pt x="8978354" y="4736745"/>
                  <a:pt x="8978354" y="4751546"/>
                </a:cubicBezTo>
                <a:cubicBezTo>
                  <a:pt x="8978354" y="4766818"/>
                  <a:pt x="8980586" y="4782090"/>
                  <a:pt x="8985050" y="4797362"/>
                </a:cubicBezTo>
                <a:cubicBezTo>
                  <a:pt x="8989514" y="4812633"/>
                  <a:pt x="8996562" y="4826554"/>
                  <a:pt x="9006196" y="4839124"/>
                </a:cubicBezTo>
                <a:cubicBezTo>
                  <a:pt x="9015828" y="4851694"/>
                  <a:pt x="9028457" y="4861738"/>
                  <a:pt x="9044081" y="4869256"/>
                </a:cubicBezTo>
                <a:cubicBezTo>
                  <a:pt x="9059706" y="4876775"/>
                  <a:pt x="9078677" y="4880534"/>
                  <a:pt x="9100998" y="4880534"/>
                </a:cubicBezTo>
                <a:cubicBezTo>
                  <a:pt x="9121908" y="4880534"/>
                  <a:pt x="9140117" y="4876599"/>
                  <a:pt x="9155624" y="4868728"/>
                </a:cubicBezTo>
                <a:cubicBezTo>
                  <a:pt x="9171130" y="4860857"/>
                  <a:pt x="9183994" y="4850519"/>
                  <a:pt x="9194214" y="4837714"/>
                </a:cubicBezTo>
                <a:cubicBezTo>
                  <a:pt x="9204434" y="4824910"/>
                  <a:pt x="9212070" y="4810989"/>
                  <a:pt x="9217122" y="4795952"/>
                </a:cubicBezTo>
                <a:cubicBezTo>
                  <a:pt x="9222174" y="4780915"/>
                  <a:pt x="9224699" y="4766113"/>
                  <a:pt x="9224699" y="4751546"/>
                </a:cubicBezTo>
                <a:cubicBezTo>
                  <a:pt x="9224699" y="4736745"/>
                  <a:pt x="9222290" y="4721825"/>
                  <a:pt x="9217474" y="4706789"/>
                </a:cubicBezTo>
                <a:cubicBezTo>
                  <a:pt x="9212658" y="4691752"/>
                  <a:pt x="9205315" y="4677831"/>
                  <a:pt x="9195448" y="4665026"/>
                </a:cubicBezTo>
                <a:cubicBezTo>
                  <a:pt x="9185580" y="4652221"/>
                  <a:pt x="9172892" y="4641942"/>
                  <a:pt x="9157386" y="4634189"/>
                </a:cubicBezTo>
                <a:cubicBezTo>
                  <a:pt x="9141879" y="4626436"/>
                  <a:pt x="9123436" y="4622559"/>
                  <a:pt x="9102054" y="4622559"/>
                </a:cubicBezTo>
                <a:close/>
                <a:moveTo>
                  <a:pt x="5758466" y="4622559"/>
                </a:moveTo>
                <a:cubicBezTo>
                  <a:pt x="5742959" y="4622559"/>
                  <a:pt x="5729919" y="4624673"/>
                  <a:pt x="5719347" y="4628903"/>
                </a:cubicBezTo>
                <a:cubicBezTo>
                  <a:pt x="5708774" y="4633132"/>
                  <a:pt x="5700316" y="4638594"/>
                  <a:pt x="5693972" y="4645290"/>
                </a:cubicBezTo>
                <a:cubicBezTo>
                  <a:pt x="5687628" y="4651986"/>
                  <a:pt x="5683047" y="4659270"/>
                  <a:pt x="5680227" y="4667141"/>
                </a:cubicBezTo>
                <a:cubicBezTo>
                  <a:pt x="5677408" y="4675012"/>
                  <a:pt x="5675999" y="4682589"/>
                  <a:pt x="5675999" y="4689872"/>
                </a:cubicBezTo>
                <a:cubicBezTo>
                  <a:pt x="5675999" y="4705144"/>
                  <a:pt x="5679523" y="4718125"/>
                  <a:pt x="5686571" y="4728815"/>
                </a:cubicBezTo>
                <a:cubicBezTo>
                  <a:pt x="5693620" y="4739505"/>
                  <a:pt x="5703194" y="4748668"/>
                  <a:pt x="5715294" y="4756304"/>
                </a:cubicBezTo>
                <a:cubicBezTo>
                  <a:pt x="5727394" y="4763940"/>
                  <a:pt x="5740962" y="4770812"/>
                  <a:pt x="5755999" y="4776921"/>
                </a:cubicBezTo>
                <a:cubicBezTo>
                  <a:pt x="5764927" y="4780445"/>
                  <a:pt x="5773679" y="4784087"/>
                  <a:pt x="5782255" y="4787846"/>
                </a:cubicBezTo>
                <a:cubicBezTo>
                  <a:pt x="5790831" y="4791605"/>
                  <a:pt x="5797996" y="4796187"/>
                  <a:pt x="5803752" y="4801591"/>
                </a:cubicBezTo>
                <a:cubicBezTo>
                  <a:pt x="5809509" y="4806995"/>
                  <a:pt x="5812387" y="4813808"/>
                  <a:pt x="5812387" y="4822031"/>
                </a:cubicBezTo>
                <a:cubicBezTo>
                  <a:pt x="5812387" y="4830960"/>
                  <a:pt x="5808452" y="4838713"/>
                  <a:pt x="5800581" y="4845292"/>
                </a:cubicBezTo>
                <a:cubicBezTo>
                  <a:pt x="5792710" y="4851870"/>
                  <a:pt x="5782549" y="4855159"/>
                  <a:pt x="5770096" y="4855159"/>
                </a:cubicBezTo>
                <a:cubicBezTo>
                  <a:pt x="5753650" y="4855159"/>
                  <a:pt x="5739494" y="4850167"/>
                  <a:pt x="5727629" y="4840181"/>
                </a:cubicBezTo>
                <a:cubicBezTo>
                  <a:pt x="5715764" y="4830196"/>
                  <a:pt x="5708187" y="4815335"/>
                  <a:pt x="5704897" y="4795600"/>
                </a:cubicBezTo>
                <a:lnTo>
                  <a:pt x="5681637" y="4795600"/>
                </a:lnTo>
                <a:lnTo>
                  <a:pt x="5681637" y="4878067"/>
                </a:lnTo>
                <a:lnTo>
                  <a:pt x="5708774" y="4878067"/>
                </a:lnTo>
                <a:lnTo>
                  <a:pt x="5707717" y="4863265"/>
                </a:lnTo>
                <a:cubicBezTo>
                  <a:pt x="5717350" y="4868904"/>
                  <a:pt x="5727629" y="4873192"/>
                  <a:pt x="5738554" y="4876129"/>
                </a:cubicBezTo>
                <a:cubicBezTo>
                  <a:pt x="5749479" y="4879066"/>
                  <a:pt x="5759641" y="4880534"/>
                  <a:pt x="5769039" y="4880534"/>
                </a:cubicBezTo>
                <a:cubicBezTo>
                  <a:pt x="5787130" y="4880534"/>
                  <a:pt x="5802930" y="4877538"/>
                  <a:pt x="5816440" y="4871547"/>
                </a:cubicBezTo>
                <a:cubicBezTo>
                  <a:pt x="5829950" y="4865556"/>
                  <a:pt x="5840464" y="4857157"/>
                  <a:pt x="5847982" y="4846349"/>
                </a:cubicBezTo>
                <a:cubicBezTo>
                  <a:pt x="5855500" y="4835541"/>
                  <a:pt x="5859260" y="4823206"/>
                  <a:pt x="5859260" y="4809344"/>
                </a:cubicBezTo>
                <a:cubicBezTo>
                  <a:pt x="5859260" y="4797832"/>
                  <a:pt x="5856793" y="4787788"/>
                  <a:pt x="5851859" y="4779212"/>
                </a:cubicBezTo>
                <a:cubicBezTo>
                  <a:pt x="5846925" y="4770636"/>
                  <a:pt x="5840464" y="4763118"/>
                  <a:pt x="5832475" y="4756657"/>
                </a:cubicBezTo>
                <a:cubicBezTo>
                  <a:pt x="5824487" y="4750196"/>
                  <a:pt x="5815794" y="4744615"/>
                  <a:pt x="5806396" y="4739916"/>
                </a:cubicBezTo>
                <a:cubicBezTo>
                  <a:pt x="5796998" y="4735217"/>
                  <a:pt x="5787835" y="4731106"/>
                  <a:pt x="5778907" y="4727582"/>
                </a:cubicBezTo>
                <a:cubicBezTo>
                  <a:pt x="5759641" y="4719593"/>
                  <a:pt x="5745309" y="4712075"/>
                  <a:pt x="5735911" y="4705026"/>
                </a:cubicBezTo>
                <a:cubicBezTo>
                  <a:pt x="5726513" y="4697978"/>
                  <a:pt x="5721814" y="4689050"/>
                  <a:pt x="5721814" y="4678242"/>
                </a:cubicBezTo>
                <a:cubicBezTo>
                  <a:pt x="5721814" y="4669314"/>
                  <a:pt x="5725632" y="4662031"/>
                  <a:pt x="5733268" y="4656392"/>
                </a:cubicBezTo>
                <a:cubicBezTo>
                  <a:pt x="5740904" y="4650753"/>
                  <a:pt x="5749773" y="4647934"/>
                  <a:pt x="5759876" y="4647934"/>
                </a:cubicBezTo>
                <a:cubicBezTo>
                  <a:pt x="5776322" y="4647699"/>
                  <a:pt x="5789832" y="4652633"/>
                  <a:pt x="5800404" y="4662735"/>
                </a:cubicBezTo>
                <a:cubicBezTo>
                  <a:pt x="5810977" y="4672838"/>
                  <a:pt x="5817791" y="4687640"/>
                  <a:pt x="5820845" y="4707141"/>
                </a:cubicBezTo>
                <a:lnTo>
                  <a:pt x="5844105" y="4707141"/>
                </a:lnTo>
                <a:lnTo>
                  <a:pt x="5844105" y="4625026"/>
                </a:lnTo>
                <a:lnTo>
                  <a:pt x="5816616" y="4625026"/>
                </a:lnTo>
                <a:lnTo>
                  <a:pt x="5818026" y="4639475"/>
                </a:lnTo>
                <a:cubicBezTo>
                  <a:pt x="5810038" y="4633837"/>
                  <a:pt x="5800464" y="4629607"/>
                  <a:pt x="5789303" y="4626788"/>
                </a:cubicBezTo>
                <a:cubicBezTo>
                  <a:pt x="5778143" y="4623969"/>
                  <a:pt x="5767864" y="4622559"/>
                  <a:pt x="5758466" y="4622559"/>
                </a:cubicBezTo>
                <a:close/>
                <a:moveTo>
                  <a:pt x="2939381" y="4622559"/>
                </a:moveTo>
                <a:cubicBezTo>
                  <a:pt x="2918470" y="4622559"/>
                  <a:pt x="2900261" y="4626436"/>
                  <a:pt x="2884755" y="4634189"/>
                </a:cubicBezTo>
                <a:cubicBezTo>
                  <a:pt x="2869248" y="4641942"/>
                  <a:pt x="2856384" y="4652163"/>
                  <a:pt x="2846164" y="4664850"/>
                </a:cubicBezTo>
                <a:cubicBezTo>
                  <a:pt x="2835944" y="4677537"/>
                  <a:pt x="2828308" y="4691458"/>
                  <a:pt x="2823257" y="4706612"/>
                </a:cubicBezTo>
                <a:cubicBezTo>
                  <a:pt x="2818205" y="4721767"/>
                  <a:pt x="2815679" y="4736745"/>
                  <a:pt x="2815679" y="4751546"/>
                </a:cubicBezTo>
                <a:cubicBezTo>
                  <a:pt x="2815679" y="4766818"/>
                  <a:pt x="2817911" y="4782090"/>
                  <a:pt x="2822375" y="4797362"/>
                </a:cubicBezTo>
                <a:cubicBezTo>
                  <a:pt x="2826839" y="4812633"/>
                  <a:pt x="2833888" y="4826554"/>
                  <a:pt x="2843521" y="4839124"/>
                </a:cubicBezTo>
                <a:cubicBezTo>
                  <a:pt x="2853154" y="4851694"/>
                  <a:pt x="2865782" y="4861738"/>
                  <a:pt x="2881407" y="4869256"/>
                </a:cubicBezTo>
                <a:cubicBezTo>
                  <a:pt x="2897031" y="4876775"/>
                  <a:pt x="2916003" y="4880534"/>
                  <a:pt x="2938323" y="4880534"/>
                </a:cubicBezTo>
                <a:cubicBezTo>
                  <a:pt x="2959234" y="4880534"/>
                  <a:pt x="2977442" y="4876599"/>
                  <a:pt x="2992949" y="4868728"/>
                </a:cubicBezTo>
                <a:cubicBezTo>
                  <a:pt x="3008456" y="4860857"/>
                  <a:pt x="3021319" y="4850519"/>
                  <a:pt x="3031540" y="4837714"/>
                </a:cubicBezTo>
                <a:cubicBezTo>
                  <a:pt x="3041760" y="4824910"/>
                  <a:pt x="3049396" y="4810989"/>
                  <a:pt x="3054447" y="4795952"/>
                </a:cubicBezTo>
                <a:cubicBezTo>
                  <a:pt x="3059499" y="4780915"/>
                  <a:pt x="3062024" y="4766113"/>
                  <a:pt x="3062024" y="4751546"/>
                </a:cubicBezTo>
                <a:cubicBezTo>
                  <a:pt x="3062024" y="4736745"/>
                  <a:pt x="3059616" y="4721825"/>
                  <a:pt x="3054800" y="4706789"/>
                </a:cubicBezTo>
                <a:cubicBezTo>
                  <a:pt x="3049983" y="4691752"/>
                  <a:pt x="3042641" y="4677831"/>
                  <a:pt x="3032773" y="4665026"/>
                </a:cubicBezTo>
                <a:cubicBezTo>
                  <a:pt x="3022905" y="4652221"/>
                  <a:pt x="3010218" y="4641942"/>
                  <a:pt x="2994711" y="4634189"/>
                </a:cubicBezTo>
                <a:cubicBezTo>
                  <a:pt x="2979204" y="4626436"/>
                  <a:pt x="2960761" y="4622559"/>
                  <a:pt x="2939381" y="4622559"/>
                </a:cubicBezTo>
                <a:close/>
                <a:moveTo>
                  <a:pt x="2053555" y="4622559"/>
                </a:moveTo>
                <a:cubicBezTo>
                  <a:pt x="2032645" y="4622559"/>
                  <a:pt x="2014436" y="4626436"/>
                  <a:pt x="1998929" y="4634189"/>
                </a:cubicBezTo>
                <a:cubicBezTo>
                  <a:pt x="1983423" y="4641942"/>
                  <a:pt x="1970559" y="4652163"/>
                  <a:pt x="1960339" y="4664850"/>
                </a:cubicBezTo>
                <a:cubicBezTo>
                  <a:pt x="1950119" y="4677537"/>
                  <a:pt x="1942483" y="4691458"/>
                  <a:pt x="1937431" y="4706612"/>
                </a:cubicBezTo>
                <a:cubicBezTo>
                  <a:pt x="1932380" y="4721767"/>
                  <a:pt x="1929854" y="4736745"/>
                  <a:pt x="1929854" y="4751546"/>
                </a:cubicBezTo>
                <a:cubicBezTo>
                  <a:pt x="1929854" y="4766818"/>
                  <a:pt x="1932086" y="4782090"/>
                  <a:pt x="1936550" y="4797362"/>
                </a:cubicBezTo>
                <a:cubicBezTo>
                  <a:pt x="1941014" y="4812633"/>
                  <a:pt x="1948063" y="4826554"/>
                  <a:pt x="1957696" y="4839124"/>
                </a:cubicBezTo>
                <a:cubicBezTo>
                  <a:pt x="1967329" y="4851694"/>
                  <a:pt x="1979957" y="4861738"/>
                  <a:pt x="1995582" y="4869256"/>
                </a:cubicBezTo>
                <a:cubicBezTo>
                  <a:pt x="2011206" y="4876775"/>
                  <a:pt x="2030178" y="4880534"/>
                  <a:pt x="2052498" y="4880534"/>
                </a:cubicBezTo>
                <a:cubicBezTo>
                  <a:pt x="2073409" y="4880534"/>
                  <a:pt x="2091617" y="4876599"/>
                  <a:pt x="2107124" y="4868728"/>
                </a:cubicBezTo>
                <a:cubicBezTo>
                  <a:pt x="2122631" y="4860857"/>
                  <a:pt x="2135494" y="4850519"/>
                  <a:pt x="2145715" y="4837714"/>
                </a:cubicBezTo>
                <a:cubicBezTo>
                  <a:pt x="2155935" y="4824910"/>
                  <a:pt x="2163571" y="4810989"/>
                  <a:pt x="2168622" y="4795952"/>
                </a:cubicBezTo>
                <a:cubicBezTo>
                  <a:pt x="2173674" y="4780915"/>
                  <a:pt x="2176199" y="4766113"/>
                  <a:pt x="2176199" y="4751546"/>
                </a:cubicBezTo>
                <a:cubicBezTo>
                  <a:pt x="2176199" y="4736745"/>
                  <a:pt x="2173791" y="4721825"/>
                  <a:pt x="2168975" y="4706789"/>
                </a:cubicBezTo>
                <a:cubicBezTo>
                  <a:pt x="2164158" y="4691752"/>
                  <a:pt x="2156816" y="4677831"/>
                  <a:pt x="2146948" y="4665026"/>
                </a:cubicBezTo>
                <a:cubicBezTo>
                  <a:pt x="2137080" y="4652221"/>
                  <a:pt x="2124393" y="4641942"/>
                  <a:pt x="2108886" y="4634189"/>
                </a:cubicBezTo>
                <a:cubicBezTo>
                  <a:pt x="2093380" y="4626436"/>
                  <a:pt x="2074936" y="4622559"/>
                  <a:pt x="2053555" y="4622559"/>
                </a:cubicBezTo>
                <a:close/>
                <a:moveTo>
                  <a:pt x="7698384" y="4621854"/>
                </a:moveTo>
                <a:lnTo>
                  <a:pt x="7629662" y="4810401"/>
                </a:lnTo>
                <a:cubicBezTo>
                  <a:pt x="7627077" y="4817450"/>
                  <a:pt x="7624433" y="4824029"/>
                  <a:pt x="7621732" y="4830137"/>
                </a:cubicBezTo>
                <a:cubicBezTo>
                  <a:pt x="7619030" y="4836246"/>
                  <a:pt x="7615682" y="4841180"/>
                  <a:pt x="7611688" y="4844939"/>
                </a:cubicBezTo>
                <a:cubicBezTo>
                  <a:pt x="7607694" y="4848698"/>
                  <a:pt x="7602407" y="4850578"/>
                  <a:pt x="7595829" y="4850578"/>
                </a:cubicBezTo>
                <a:lnTo>
                  <a:pt x="7595829" y="4874895"/>
                </a:lnTo>
                <a:lnTo>
                  <a:pt x="7671247" y="4874895"/>
                </a:lnTo>
                <a:lnTo>
                  <a:pt x="7671247" y="4846701"/>
                </a:lnTo>
                <a:cubicBezTo>
                  <a:pt x="7668898" y="4846701"/>
                  <a:pt x="7665080" y="4846760"/>
                  <a:pt x="7659794" y="4846877"/>
                </a:cubicBezTo>
                <a:cubicBezTo>
                  <a:pt x="7654507" y="4846995"/>
                  <a:pt x="7649984" y="4847289"/>
                  <a:pt x="7646225" y="4847759"/>
                </a:cubicBezTo>
                <a:cubicBezTo>
                  <a:pt x="7648105" y="4843764"/>
                  <a:pt x="7650160" y="4838772"/>
                  <a:pt x="7652393" y="4832780"/>
                </a:cubicBezTo>
                <a:cubicBezTo>
                  <a:pt x="7654625" y="4826789"/>
                  <a:pt x="7656328" y="4822266"/>
                  <a:pt x="7657503" y="4819212"/>
                </a:cubicBezTo>
                <a:lnTo>
                  <a:pt x="7663142" y="4802648"/>
                </a:lnTo>
                <a:lnTo>
                  <a:pt x="7739618" y="4801238"/>
                </a:lnTo>
                <a:lnTo>
                  <a:pt x="7746667" y="4820622"/>
                </a:lnTo>
                <a:cubicBezTo>
                  <a:pt x="7749956" y="4829315"/>
                  <a:pt x="7751014" y="4836657"/>
                  <a:pt x="7749838" y="4842648"/>
                </a:cubicBezTo>
                <a:cubicBezTo>
                  <a:pt x="7748664" y="4848640"/>
                  <a:pt x="7743260" y="4851635"/>
                  <a:pt x="7733627" y="4851635"/>
                </a:cubicBezTo>
                <a:lnTo>
                  <a:pt x="7733627" y="4874895"/>
                </a:lnTo>
                <a:lnTo>
                  <a:pt x="7828429" y="4874895"/>
                </a:lnTo>
                <a:lnTo>
                  <a:pt x="7828429" y="4847759"/>
                </a:lnTo>
                <a:cubicBezTo>
                  <a:pt x="7826080" y="4847759"/>
                  <a:pt x="7823084" y="4847817"/>
                  <a:pt x="7819442" y="4847935"/>
                </a:cubicBezTo>
                <a:cubicBezTo>
                  <a:pt x="7815801" y="4848052"/>
                  <a:pt x="7811983" y="4848346"/>
                  <a:pt x="7807989" y="4848816"/>
                </a:cubicBezTo>
                <a:cubicBezTo>
                  <a:pt x="7807519" y="4843412"/>
                  <a:pt x="7806108" y="4837127"/>
                  <a:pt x="7803759" y="4829961"/>
                </a:cubicBezTo>
                <a:cubicBezTo>
                  <a:pt x="7801410" y="4822795"/>
                  <a:pt x="7799530" y="4817450"/>
                  <a:pt x="7798121" y="4813926"/>
                </a:cubicBezTo>
                <a:lnTo>
                  <a:pt x="7723054" y="4621854"/>
                </a:lnTo>
                <a:close/>
                <a:moveTo>
                  <a:pt x="6746147" y="2479525"/>
                </a:moveTo>
                <a:cubicBezTo>
                  <a:pt x="6810236" y="2479525"/>
                  <a:pt x="6842281" y="2532933"/>
                  <a:pt x="6842281" y="2639748"/>
                </a:cubicBezTo>
                <a:lnTo>
                  <a:pt x="6842281" y="3698451"/>
                </a:lnTo>
                <a:cubicBezTo>
                  <a:pt x="6842281" y="3825807"/>
                  <a:pt x="6809415" y="3889485"/>
                  <a:pt x="6743682" y="3889485"/>
                </a:cubicBezTo>
                <a:cubicBezTo>
                  <a:pt x="6705886" y="3889485"/>
                  <a:pt x="6678771" y="3874901"/>
                  <a:pt x="6662338" y="3845732"/>
                </a:cubicBezTo>
                <a:cubicBezTo>
                  <a:pt x="6645905" y="3816564"/>
                  <a:pt x="6637688" y="3768291"/>
                  <a:pt x="6637688" y="3700916"/>
                </a:cubicBezTo>
                <a:lnTo>
                  <a:pt x="6637688" y="2643445"/>
                </a:lnTo>
                <a:cubicBezTo>
                  <a:pt x="6637688" y="2534165"/>
                  <a:pt x="6673841" y="2479525"/>
                  <a:pt x="6746147" y="2479525"/>
                </a:cubicBezTo>
                <a:close/>
                <a:moveTo>
                  <a:pt x="9337016" y="2099920"/>
                </a:moveTo>
                <a:lnTo>
                  <a:pt x="9337016" y="4269090"/>
                </a:lnTo>
                <a:lnTo>
                  <a:pt x="10233032" y="4269090"/>
                </a:lnTo>
                <a:lnTo>
                  <a:pt x="10233032" y="3846349"/>
                </a:lnTo>
                <a:lnTo>
                  <a:pt x="9778245" y="3846349"/>
                </a:lnTo>
                <a:lnTo>
                  <a:pt x="9778245" y="3349658"/>
                </a:lnTo>
                <a:lnTo>
                  <a:pt x="10187430" y="3349658"/>
                </a:lnTo>
                <a:lnTo>
                  <a:pt x="10187430" y="2941706"/>
                </a:lnTo>
                <a:lnTo>
                  <a:pt x="9778245" y="2941706"/>
                </a:lnTo>
                <a:lnTo>
                  <a:pt x="9778245" y="2518965"/>
                </a:lnTo>
                <a:lnTo>
                  <a:pt x="10204684" y="2518965"/>
                </a:lnTo>
                <a:lnTo>
                  <a:pt x="10204684" y="2099920"/>
                </a:lnTo>
                <a:close/>
                <a:moveTo>
                  <a:pt x="7451067" y="2099920"/>
                </a:moveTo>
                <a:lnTo>
                  <a:pt x="7451067" y="4269090"/>
                </a:lnTo>
                <a:lnTo>
                  <a:pt x="7842996" y="4269090"/>
                </a:lnTo>
                <a:lnTo>
                  <a:pt x="7842996" y="2706302"/>
                </a:lnTo>
                <a:lnTo>
                  <a:pt x="8106748" y="4269090"/>
                </a:lnTo>
                <a:lnTo>
                  <a:pt x="8496212" y="4269090"/>
                </a:lnTo>
                <a:lnTo>
                  <a:pt x="8745174" y="2706302"/>
                </a:lnTo>
                <a:lnTo>
                  <a:pt x="8745174" y="4269090"/>
                </a:lnTo>
                <a:lnTo>
                  <a:pt x="9142033" y="4269090"/>
                </a:lnTo>
                <a:lnTo>
                  <a:pt x="9142033" y="2099920"/>
                </a:lnTo>
                <a:lnTo>
                  <a:pt x="8475260" y="2099920"/>
                </a:lnTo>
                <a:lnTo>
                  <a:pt x="8294085" y="3422374"/>
                </a:lnTo>
                <a:lnTo>
                  <a:pt x="8111678" y="2099920"/>
                </a:lnTo>
                <a:close/>
                <a:moveTo>
                  <a:pt x="4022067" y="2099920"/>
                </a:moveTo>
                <a:lnTo>
                  <a:pt x="4022067" y="4269090"/>
                </a:lnTo>
                <a:lnTo>
                  <a:pt x="4902061" y="4269090"/>
                </a:lnTo>
                <a:lnTo>
                  <a:pt x="4902061" y="3899345"/>
                </a:lnTo>
                <a:lnTo>
                  <a:pt x="4455901" y="3899345"/>
                </a:lnTo>
                <a:lnTo>
                  <a:pt x="4455901" y="2099920"/>
                </a:lnTo>
                <a:close/>
                <a:moveTo>
                  <a:pt x="2983842" y="2099920"/>
                </a:moveTo>
                <a:lnTo>
                  <a:pt x="2983842" y="4269090"/>
                </a:lnTo>
                <a:lnTo>
                  <a:pt x="3879857" y="4269090"/>
                </a:lnTo>
                <a:lnTo>
                  <a:pt x="3879857" y="3846349"/>
                </a:lnTo>
                <a:lnTo>
                  <a:pt x="3425071" y="3846349"/>
                </a:lnTo>
                <a:lnTo>
                  <a:pt x="3425071" y="3349658"/>
                </a:lnTo>
                <a:lnTo>
                  <a:pt x="3834255" y="3349658"/>
                </a:lnTo>
                <a:lnTo>
                  <a:pt x="3834255" y="2941706"/>
                </a:lnTo>
                <a:lnTo>
                  <a:pt x="3425071" y="2941706"/>
                </a:lnTo>
                <a:lnTo>
                  <a:pt x="3425071" y="2518965"/>
                </a:lnTo>
                <a:lnTo>
                  <a:pt x="3851510" y="2518965"/>
                </a:lnTo>
                <a:lnTo>
                  <a:pt x="3851510" y="2099920"/>
                </a:lnTo>
                <a:close/>
                <a:moveTo>
                  <a:pt x="1120760" y="2099920"/>
                </a:moveTo>
                <a:lnTo>
                  <a:pt x="1353700" y="4269090"/>
                </a:lnTo>
                <a:lnTo>
                  <a:pt x="1882435" y="4269090"/>
                </a:lnTo>
                <a:lnTo>
                  <a:pt x="1985964" y="3225177"/>
                </a:lnTo>
                <a:lnTo>
                  <a:pt x="2094422" y="4269090"/>
                </a:lnTo>
                <a:lnTo>
                  <a:pt x="2614530" y="4269090"/>
                </a:lnTo>
                <a:lnTo>
                  <a:pt x="2851167" y="2099920"/>
                </a:lnTo>
                <a:lnTo>
                  <a:pt x="2422263" y="2099920"/>
                </a:lnTo>
                <a:lnTo>
                  <a:pt x="2306409" y="3469209"/>
                </a:lnTo>
                <a:lnTo>
                  <a:pt x="2190556" y="2099920"/>
                </a:lnTo>
                <a:lnTo>
                  <a:pt x="1786301" y="2099920"/>
                </a:lnTo>
                <a:lnTo>
                  <a:pt x="1664286" y="3469209"/>
                </a:lnTo>
                <a:lnTo>
                  <a:pt x="1544735" y="2099920"/>
                </a:lnTo>
                <a:close/>
                <a:moveTo>
                  <a:pt x="6739985" y="2080201"/>
                </a:moveTo>
                <a:cubicBezTo>
                  <a:pt x="6564972" y="2080201"/>
                  <a:pt x="6432070" y="2128268"/>
                  <a:pt x="6341276" y="2224401"/>
                </a:cubicBezTo>
                <a:cubicBezTo>
                  <a:pt x="6250484" y="2320535"/>
                  <a:pt x="6205087" y="2461449"/>
                  <a:pt x="6205087" y="2647143"/>
                </a:cubicBezTo>
                <a:lnTo>
                  <a:pt x="6205087" y="3677498"/>
                </a:lnTo>
                <a:cubicBezTo>
                  <a:pt x="6205087" y="3875517"/>
                  <a:pt x="6250895" y="4026907"/>
                  <a:pt x="6342509" y="4131668"/>
                </a:cubicBezTo>
                <a:cubicBezTo>
                  <a:pt x="6434124" y="4236429"/>
                  <a:pt x="6566615" y="4288810"/>
                  <a:pt x="6739985" y="4288810"/>
                </a:cubicBezTo>
                <a:cubicBezTo>
                  <a:pt x="6913354" y="4288810"/>
                  <a:pt x="7045846" y="4236429"/>
                  <a:pt x="7137460" y="4131668"/>
                </a:cubicBezTo>
                <a:cubicBezTo>
                  <a:pt x="7229075" y="4026907"/>
                  <a:pt x="7274882" y="3875517"/>
                  <a:pt x="7274882" y="3677498"/>
                </a:cubicBezTo>
                <a:lnTo>
                  <a:pt x="7274882" y="2647143"/>
                </a:lnTo>
                <a:cubicBezTo>
                  <a:pt x="7274882" y="2461449"/>
                  <a:pt x="7229486" y="2320535"/>
                  <a:pt x="7138693" y="2224401"/>
                </a:cubicBezTo>
                <a:cubicBezTo>
                  <a:pt x="7047900" y="2128268"/>
                  <a:pt x="6914997" y="2080201"/>
                  <a:pt x="6739985" y="2080201"/>
                </a:cubicBezTo>
                <a:close/>
                <a:moveTo>
                  <a:pt x="5537370" y="2080201"/>
                </a:moveTo>
                <a:cubicBezTo>
                  <a:pt x="5349211" y="2080201"/>
                  <a:pt x="5213432" y="2136074"/>
                  <a:pt x="5130035" y="2247818"/>
                </a:cubicBezTo>
                <a:cubicBezTo>
                  <a:pt x="5046637" y="2359563"/>
                  <a:pt x="5004937" y="2520608"/>
                  <a:pt x="5004937" y="2730952"/>
                </a:cubicBezTo>
                <a:lnTo>
                  <a:pt x="5004937" y="3731728"/>
                </a:lnTo>
                <a:cubicBezTo>
                  <a:pt x="5004937" y="3907562"/>
                  <a:pt x="5052799" y="4044367"/>
                  <a:pt x="5148521" y="4142144"/>
                </a:cubicBezTo>
                <a:cubicBezTo>
                  <a:pt x="5244244" y="4239921"/>
                  <a:pt x="5370574" y="4288810"/>
                  <a:pt x="5527510" y="4288810"/>
                </a:cubicBezTo>
                <a:cubicBezTo>
                  <a:pt x="5700058" y="4288810"/>
                  <a:pt x="5834398" y="4245878"/>
                  <a:pt x="5930532" y="4160015"/>
                </a:cubicBezTo>
                <a:cubicBezTo>
                  <a:pt x="6026665" y="4074152"/>
                  <a:pt x="6074732" y="3935909"/>
                  <a:pt x="6074732" y="3745285"/>
                </a:cubicBezTo>
                <a:lnTo>
                  <a:pt x="6074732" y="3334869"/>
                </a:lnTo>
                <a:lnTo>
                  <a:pt x="5638434" y="3334869"/>
                </a:lnTo>
                <a:lnTo>
                  <a:pt x="5638434" y="3725565"/>
                </a:lnTo>
                <a:cubicBezTo>
                  <a:pt x="5638434" y="3774043"/>
                  <a:pt x="5630834" y="3813482"/>
                  <a:pt x="5615633" y="3843884"/>
                </a:cubicBezTo>
                <a:cubicBezTo>
                  <a:pt x="5600432" y="3874285"/>
                  <a:pt x="5574345" y="3889485"/>
                  <a:pt x="5537370" y="3889485"/>
                </a:cubicBezTo>
                <a:cubicBezTo>
                  <a:pt x="5504504" y="3889485"/>
                  <a:pt x="5479238" y="3877161"/>
                  <a:pt x="5461573" y="3852511"/>
                </a:cubicBezTo>
                <a:cubicBezTo>
                  <a:pt x="5443907" y="3827861"/>
                  <a:pt x="5435074" y="3785546"/>
                  <a:pt x="5435074" y="3725565"/>
                </a:cubicBezTo>
                <a:lnTo>
                  <a:pt x="5435074" y="2639748"/>
                </a:lnTo>
                <a:cubicBezTo>
                  <a:pt x="5435074" y="2591271"/>
                  <a:pt x="5442058" y="2552447"/>
                  <a:pt x="5456026" y="2523278"/>
                </a:cubicBezTo>
                <a:cubicBezTo>
                  <a:pt x="5469994" y="2494110"/>
                  <a:pt x="5497109" y="2479525"/>
                  <a:pt x="5537370" y="2479525"/>
                </a:cubicBezTo>
                <a:cubicBezTo>
                  <a:pt x="5571879" y="2479525"/>
                  <a:pt x="5597351" y="2490823"/>
                  <a:pt x="5613784" y="2513418"/>
                </a:cubicBezTo>
                <a:cubicBezTo>
                  <a:pt x="5630217" y="2536014"/>
                  <a:pt x="5638434" y="2579767"/>
                  <a:pt x="5638434" y="2644678"/>
                </a:cubicBezTo>
                <a:lnTo>
                  <a:pt x="5638434" y="2965123"/>
                </a:lnTo>
                <a:lnTo>
                  <a:pt x="6069802" y="2965123"/>
                </a:lnTo>
                <a:lnTo>
                  <a:pt x="6069802" y="2590448"/>
                </a:lnTo>
                <a:cubicBezTo>
                  <a:pt x="6069802" y="2476238"/>
                  <a:pt x="6046795" y="2381543"/>
                  <a:pt x="6000783" y="2306361"/>
                </a:cubicBezTo>
                <a:cubicBezTo>
                  <a:pt x="5954771" y="2231180"/>
                  <a:pt x="5891708" y="2174691"/>
                  <a:pt x="5811597" y="2136895"/>
                </a:cubicBezTo>
                <a:cubicBezTo>
                  <a:pt x="5731486" y="2099099"/>
                  <a:pt x="5640077" y="2080201"/>
                  <a:pt x="5537370" y="208020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4D96BF-B4A6-5F8B-7957-FD12DB454BA9}"/>
              </a:ext>
            </a:extLst>
          </p:cNvPr>
          <p:cNvSpPr/>
          <p:nvPr/>
        </p:nvSpPr>
        <p:spPr>
          <a:xfrm>
            <a:off x="13424095" y="2179320"/>
            <a:ext cx="148650" cy="28744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62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7037E-6 L -1.06784 0.01551 " pathEditMode="relative" rAng="0" ptsTypes="AA">
                                      <p:cBhvr>
                                        <p:cTn id="6" dur="6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398" y="76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4.81481E-6 L -1.06836 -0.02731 " pathEditMode="relative" rAng="0" ptsTypes="AA">
                                      <p:cBhvr>
                                        <p:cTn id="8" dur="6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24" y="-1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8EE27-F15E-2F28-51FF-752ADBE1C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8160E8-4824-BF39-1A57-D11D33ABDF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 b="-18"/>
          <a:stretch>
            <a:fillRect/>
          </a:stretch>
        </p:blipFill>
        <p:spPr>
          <a:xfrm rot="16200000">
            <a:off x="2667009" y="-2606212"/>
            <a:ext cx="6857984" cy="1219200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DEDE82D-062B-22E9-A1B8-2FB479C120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16237674" y="-2604148"/>
            <a:ext cx="6857998" cy="12187856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06E75EE-5DB7-A71E-4A59-DE86E1C824AF}"/>
              </a:ext>
            </a:extLst>
          </p:cNvPr>
          <p:cNvSpPr/>
          <p:nvPr/>
        </p:nvSpPr>
        <p:spPr>
          <a:xfrm>
            <a:off x="0" y="6078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700851" y="4683881"/>
                </a:moveTo>
                <a:lnTo>
                  <a:pt x="7701204" y="4683881"/>
                </a:lnTo>
                <a:cubicBezTo>
                  <a:pt x="7702379" y="4690459"/>
                  <a:pt x="7704141" y="4698037"/>
                  <a:pt x="7706490" y="4706612"/>
                </a:cubicBezTo>
                <a:cubicBezTo>
                  <a:pt x="7708840" y="4715188"/>
                  <a:pt x="7711542" y="4723705"/>
                  <a:pt x="7714596" y="4732163"/>
                </a:cubicBezTo>
                <a:lnTo>
                  <a:pt x="7730807" y="4776216"/>
                </a:lnTo>
                <a:lnTo>
                  <a:pt x="7671952" y="4776216"/>
                </a:lnTo>
                <a:lnTo>
                  <a:pt x="7687812" y="4730401"/>
                </a:lnTo>
                <a:cubicBezTo>
                  <a:pt x="7691806" y="4719358"/>
                  <a:pt x="7694743" y="4709843"/>
                  <a:pt x="7696622" y="4701855"/>
                </a:cubicBezTo>
                <a:cubicBezTo>
                  <a:pt x="7698502" y="4693866"/>
                  <a:pt x="7699911" y="4687875"/>
                  <a:pt x="7700851" y="4683881"/>
                </a:cubicBezTo>
                <a:close/>
                <a:moveTo>
                  <a:pt x="5292427" y="4652163"/>
                </a:moveTo>
                <a:cubicBezTo>
                  <a:pt x="5295951" y="4652163"/>
                  <a:pt x="5300416" y="4652574"/>
                  <a:pt x="5305819" y="4653396"/>
                </a:cubicBezTo>
                <a:cubicBezTo>
                  <a:pt x="5311223" y="4654218"/>
                  <a:pt x="5316568" y="4656216"/>
                  <a:pt x="5321854" y="4659387"/>
                </a:cubicBezTo>
                <a:cubicBezTo>
                  <a:pt x="5327141" y="4662559"/>
                  <a:pt x="5331546" y="4667376"/>
                  <a:pt x="5335070" y="4673837"/>
                </a:cubicBezTo>
                <a:cubicBezTo>
                  <a:pt x="5338594" y="4680298"/>
                  <a:pt x="5340356" y="4689167"/>
                  <a:pt x="5340356" y="4700445"/>
                </a:cubicBezTo>
                <a:cubicBezTo>
                  <a:pt x="5340356" y="4718301"/>
                  <a:pt x="5336127" y="4731634"/>
                  <a:pt x="5327669" y="4740445"/>
                </a:cubicBezTo>
                <a:cubicBezTo>
                  <a:pt x="5319211" y="4749256"/>
                  <a:pt x="5305231" y="4753661"/>
                  <a:pt x="5285731" y="4753661"/>
                </a:cubicBezTo>
                <a:cubicBezTo>
                  <a:pt x="5282676" y="4753661"/>
                  <a:pt x="5279740" y="4753485"/>
                  <a:pt x="5276920" y="4753132"/>
                </a:cubicBezTo>
                <a:cubicBezTo>
                  <a:pt x="5274101" y="4752780"/>
                  <a:pt x="5271399" y="4752486"/>
                  <a:pt x="5268814" y="4752251"/>
                </a:cubicBezTo>
                <a:lnTo>
                  <a:pt x="5268814" y="4680004"/>
                </a:lnTo>
                <a:cubicBezTo>
                  <a:pt x="5268814" y="4667552"/>
                  <a:pt x="5270929" y="4659799"/>
                  <a:pt x="5275158" y="4656744"/>
                </a:cubicBezTo>
                <a:cubicBezTo>
                  <a:pt x="5279387" y="4653690"/>
                  <a:pt x="5285144" y="4652163"/>
                  <a:pt x="5292427" y="4652163"/>
                </a:cubicBezTo>
                <a:close/>
                <a:moveTo>
                  <a:pt x="4816177" y="4652163"/>
                </a:moveTo>
                <a:cubicBezTo>
                  <a:pt x="4820641" y="4652163"/>
                  <a:pt x="4825575" y="4652691"/>
                  <a:pt x="4830979" y="4653749"/>
                </a:cubicBezTo>
                <a:cubicBezTo>
                  <a:pt x="4836383" y="4654806"/>
                  <a:pt x="4841551" y="4657038"/>
                  <a:pt x="4846485" y="4660445"/>
                </a:cubicBezTo>
                <a:cubicBezTo>
                  <a:pt x="4851419" y="4663851"/>
                  <a:pt x="4855473" y="4669079"/>
                  <a:pt x="4858644" y="4676128"/>
                </a:cubicBezTo>
                <a:cubicBezTo>
                  <a:pt x="4861816" y="4683176"/>
                  <a:pt x="4863402" y="4692574"/>
                  <a:pt x="4863402" y="4704322"/>
                </a:cubicBezTo>
                <a:cubicBezTo>
                  <a:pt x="4863402" y="4722178"/>
                  <a:pt x="4859114" y="4735981"/>
                  <a:pt x="4850538" y="4745731"/>
                </a:cubicBezTo>
                <a:cubicBezTo>
                  <a:pt x="4841962" y="4755482"/>
                  <a:pt x="4827924" y="4760357"/>
                  <a:pt x="4808423" y="4760357"/>
                </a:cubicBezTo>
                <a:cubicBezTo>
                  <a:pt x="4802785" y="4760357"/>
                  <a:pt x="4797498" y="4760005"/>
                  <a:pt x="4792565" y="4759300"/>
                </a:cubicBezTo>
                <a:lnTo>
                  <a:pt x="4792565" y="4680004"/>
                </a:lnTo>
                <a:cubicBezTo>
                  <a:pt x="4792565" y="4667552"/>
                  <a:pt x="4794679" y="4659799"/>
                  <a:pt x="4798908" y="4656744"/>
                </a:cubicBezTo>
                <a:cubicBezTo>
                  <a:pt x="4803137" y="4653690"/>
                  <a:pt x="4808893" y="4652163"/>
                  <a:pt x="4816177" y="4652163"/>
                </a:cubicBezTo>
                <a:close/>
                <a:moveTo>
                  <a:pt x="3949402" y="4652163"/>
                </a:moveTo>
                <a:cubicBezTo>
                  <a:pt x="3952926" y="4652163"/>
                  <a:pt x="3957391" y="4652574"/>
                  <a:pt x="3962794" y="4653396"/>
                </a:cubicBezTo>
                <a:cubicBezTo>
                  <a:pt x="3968198" y="4654218"/>
                  <a:pt x="3973543" y="4656216"/>
                  <a:pt x="3978829" y="4659387"/>
                </a:cubicBezTo>
                <a:cubicBezTo>
                  <a:pt x="3984116" y="4662559"/>
                  <a:pt x="3988522" y="4667376"/>
                  <a:pt x="3992045" y="4673837"/>
                </a:cubicBezTo>
                <a:cubicBezTo>
                  <a:pt x="3995570" y="4680298"/>
                  <a:pt x="3997331" y="4689167"/>
                  <a:pt x="3997331" y="4700445"/>
                </a:cubicBezTo>
                <a:cubicBezTo>
                  <a:pt x="3997331" y="4718301"/>
                  <a:pt x="3993103" y="4731634"/>
                  <a:pt x="3984644" y="4740445"/>
                </a:cubicBezTo>
                <a:cubicBezTo>
                  <a:pt x="3976186" y="4749256"/>
                  <a:pt x="3962207" y="4753661"/>
                  <a:pt x="3942706" y="4753661"/>
                </a:cubicBezTo>
                <a:cubicBezTo>
                  <a:pt x="3939651" y="4753661"/>
                  <a:pt x="3936715" y="4753485"/>
                  <a:pt x="3933895" y="4753132"/>
                </a:cubicBezTo>
                <a:cubicBezTo>
                  <a:pt x="3931076" y="4752780"/>
                  <a:pt x="3928374" y="4752486"/>
                  <a:pt x="3925790" y="4752251"/>
                </a:cubicBezTo>
                <a:lnTo>
                  <a:pt x="3925790" y="4680004"/>
                </a:lnTo>
                <a:cubicBezTo>
                  <a:pt x="3925790" y="4667552"/>
                  <a:pt x="3927904" y="4659799"/>
                  <a:pt x="3932133" y="4656744"/>
                </a:cubicBezTo>
                <a:cubicBezTo>
                  <a:pt x="3936362" y="4653690"/>
                  <a:pt x="3942119" y="4652163"/>
                  <a:pt x="3949402" y="4652163"/>
                </a:cubicBezTo>
                <a:close/>
                <a:moveTo>
                  <a:pt x="9097474" y="4648286"/>
                </a:moveTo>
                <a:cubicBezTo>
                  <a:pt x="9113920" y="4647816"/>
                  <a:pt x="9127371" y="4652280"/>
                  <a:pt x="9137826" y="4661678"/>
                </a:cubicBezTo>
                <a:cubicBezTo>
                  <a:pt x="9148281" y="4671076"/>
                  <a:pt x="9156094" y="4683998"/>
                  <a:pt x="9161262" y="4700445"/>
                </a:cubicBezTo>
                <a:cubicBezTo>
                  <a:pt x="9166431" y="4716891"/>
                  <a:pt x="9169016" y="4735922"/>
                  <a:pt x="9169016" y="4757538"/>
                </a:cubicBezTo>
                <a:cubicBezTo>
                  <a:pt x="9169016" y="4768345"/>
                  <a:pt x="9167958" y="4779447"/>
                  <a:pt x="9165844" y="4790842"/>
                </a:cubicBezTo>
                <a:cubicBezTo>
                  <a:pt x="9163730" y="4802237"/>
                  <a:pt x="9160205" y="4812751"/>
                  <a:pt x="9155271" y="4822384"/>
                </a:cubicBezTo>
                <a:cubicBezTo>
                  <a:pt x="9150337" y="4832017"/>
                  <a:pt x="9143758" y="4839829"/>
                  <a:pt x="9135535" y="4845820"/>
                </a:cubicBezTo>
                <a:cubicBezTo>
                  <a:pt x="9127312" y="4851811"/>
                  <a:pt x="9117092" y="4854807"/>
                  <a:pt x="9104874" y="4854807"/>
                </a:cubicBezTo>
                <a:cubicBezTo>
                  <a:pt x="9091482" y="4854807"/>
                  <a:pt x="9080205" y="4851400"/>
                  <a:pt x="9071042" y="4844587"/>
                </a:cubicBezTo>
                <a:cubicBezTo>
                  <a:pt x="9061878" y="4837773"/>
                  <a:pt x="9054596" y="4828845"/>
                  <a:pt x="9049191" y="4817802"/>
                </a:cubicBezTo>
                <a:cubicBezTo>
                  <a:pt x="9043788" y="4806760"/>
                  <a:pt x="9039852" y="4795012"/>
                  <a:pt x="9037385" y="4782560"/>
                </a:cubicBezTo>
                <a:cubicBezTo>
                  <a:pt x="9034918" y="4770108"/>
                  <a:pt x="9033684" y="4758360"/>
                  <a:pt x="9033684" y="4747317"/>
                </a:cubicBezTo>
                <a:cubicBezTo>
                  <a:pt x="9033684" y="4736510"/>
                  <a:pt x="9034742" y="4725350"/>
                  <a:pt x="9036856" y="4713837"/>
                </a:cubicBezTo>
                <a:cubicBezTo>
                  <a:pt x="9038970" y="4702324"/>
                  <a:pt x="9042495" y="4691693"/>
                  <a:pt x="9047429" y="4681943"/>
                </a:cubicBezTo>
                <a:cubicBezTo>
                  <a:pt x="9052363" y="4672192"/>
                  <a:pt x="9058942" y="4664204"/>
                  <a:pt x="9067165" y="4657978"/>
                </a:cubicBezTo>
                <a:cubicBezTo>
                  <a:pt x="9075388" y="4651751"/>
                  <a:pt x="9085491" y="4648521"/>
                  <a:pt x="9097474" y="4648286"/>
                </a:cubicBezTo>
                <a:close/>
                <a:moveTo>
                  <a:pt x="2934799" y="4648286"/>
                </a:moveTo>
                <a:cubicBezTo>
                  <a:pt x="2951246" y="4647816"/>
                  <a:pt x="2964696" y="4652280"/>
                  <a:pt x="2975152" y="4661678"/>
                </a:cubicBezTo>
                <a:cubicBezTo>
                  <a:pt x="2985607" y="4671076"/>
                  <a:pt x="2993419" y="4683998"/>
                  <a:pt x="2998588" y="4700445"/>
                </a:cubicBezTo>
                <a:cubicBezTo>
                  <a:pt x="3003757" y="4716891"/>
                  <a:pt x="3006341" y="4735922"/>
                  <a:pt x="3006341" y="4757538"/>
                </a:cubicBezTo>
                <a:cubicBezTo>
                  <a:pt x="3006341" y="4768345"/>
                  <a:pt x="3005284" y="4779447"/>
                  <a:pt x="3003169" y="4790842"/>
                </a:cubicBezTo>
                <a:cubicBezTo>
                  <a:pt x="3001055" y="4802237"/>
                  <a:pt x="2997531" y="4812751"/>
                  <a:pt x="2992596" y="4822384"/>
                </a:cubicBezTo>
                <a:cubicBezTo>
                  <a:pt x="2987663" y="4832017"/>
                  <a:pt x="2981084" y="4839829"/>
                  <a:pt x="2972861" y="4845820"/>
                </a:cubicBezTo>
                <a:cubicBezTo>
                  <a:pt x="2964638" y="4851811"/>
                  <a:pt x="2954417" y="4854807"/>
                  <a:pt x="2942200" y="4854807"/>
                </a:cubicBezTo>
                <a:cubicBezTo>
                  <a:pt x="2928808" y="4854807"/>
                  <a:pt x="2917530" y="4851400"/>
                  <a:pt x="2908367" y="4844587"/>
                </a:cubicBezTo>
                <a:cubicBezTo>
                  <a:pt x="2899204" y="4837773"/>
                  <a:pt x="2891921" y="4828845"/>
                  <a:pt x="2886517" y="4817802"/>
                </a:cubicBezTo>
                <a:cubicBezTo>
                  <a:pt x="2881113" y="4806760"/>
                  <a:pt x="2877177" y="4795012"/>
                  <a:pt x="2874711" y="4782560"/>
                </a:cubicBezTo>
                <a:cubicBezTo>
                  <a:pt x="2872244" y="4770108"/>
                  <a:pt x="2871010" y="4758360"/>
                  <a:pt x="2871010" y="4747317"/>
                </a:cubicBezTo>
                <a:cubicBezTo>
                  <a:pt x="2871010" y="4736510"/>
                  <a:pt x="2872067" y="4725350"/>
                  <a:pt x="2874182" y="4713837"/>
                </a:cubicBezTo>
                <a:cubicBezTo>
                  <a:pt x="2876296" y="4702324"/>
                  <a:pt x="2879821" y="4691693"/>
                  <a:pt x="2884755" y="4681943"/>
                </a:cubicBezTo>
                <a:cubicBezTo>
                  <a:pt x="2889689" y="4672192"/>
                  <a:pt x="2896267" y="4664204"/>
                  <a:pt x="2904490" y="4657978"/>
                </a:cubicBezTo>
                <a:cubicBezTo>
                  <a:pt x="2912714" y="4651751"/>
                  <a:pt x="2922817" y="4648521"/>
                  <a:pt x="2934799" y="4648286"/>
                </a:cubicBezTo>
                <a:close/>
                <a:moveTo>
                  <a:pt x="2048974" y="4648286"/>
                </a:moveTo>
                <a:cubicBezTo>
                  <a:pt x="2065420" y="4647816"/>
                  <a:pt x="2078871" y="4652280"/>
                  <a:pt x="2089327" y="4661678"/>
                </a:cubicBezTo>
                <a:cubicBezTo>
                  <a:pt x="2099782" y="4671076"/>
                  <a:pt x="2107594" y="4683998"/>
                  <a:pt x="2112763" y="4700445"/>
                </a:cubicBezTo>
                <a:cubicBezTo>
                  <a:pt x="2117932" y="4716891"/>
                  <a:pt x="2120516" y="4735922"/>
                  <a:pt x="2120516" y="4757538"/>
                </a:cubicBezTo>
                <a:cubicBezTo>
                  <a:pt x="2120516" y="4768345"/>
                  <a:pt x="2119459" y="4779447"/>
                  <a:pt x="2117344" y="4790842"/>
                </a:cubicBezTo>
                <a:cubicBezTo>
                  <a:pt x="2115230" y="4802237"/>
                  <a:pt x="2111705" y="4812751"/>
                  <a:pt x="2106772" y="4822384"/>
                </a:cubicBezTo>
                <a:cubicBezTo>
                  <a:pt x="2101838" y="4832017"/>
                  <a:pt x="2095259" y="4839829"/>
                  <a:pt x="2087036" y="4845820"/>
                </a:cubicBezTo>
                <a:cubicBezTo>
                  <a:pt x="2078812" y="4851811"/>
                  <a:pt x="2068592" y="4854807"/>
                  <a:pt x="2056375" y="4854807"/>
                </a:cubicBezTo>
                <a:cubicBezTo>
                  <a:pt x="2042983" y="4854807"/>
                  <a:pt x="2031705" y="4851400"/>
                  <a:pt x="2022542" y="4844587"/>
                </a:cubicBezTo>
                <a:cubicBezTo>
                  <a:pt x="2013379" y="4837773"/>
                  <a:pt x="2006095" y="4828845"/>
                  <a:pt x="2000692" y="4817802"/>
                </a:cubicBezTo>
                <a:cubicBezTo>
                  <a:pt x="1995288" y="4806760"/>
                  <a:pt x="1991352" y="4795012"/>
                  <a:pt x="1988885" y="4782560"/>
                </a:cubicBezTo>
                <a:cubicBezTo>
                  <a:pt x="1986419" y="4770108"/>
                  <a:pt x="1985185" y="4758360"/>
                  <a:pt x="1985185" y="4747317"/>
                </a:cubicBezTo>
                <a:cubicBezTo>
                  <a:pt x="1985185" y="4736510"/>
                  <a:pt x="1986242" y="4725350"/>
                  <a:pt x="1988357" y="4713837"/>
                </a:cubicBezTo>
                <a:cubicBezTo>
                  <a:pt x="1990471" y="4702324"/>
                  <a:pt x="1993996" y="4691693"/>
                  <a:pt x="1998929" y="4681943"/>
                </a:cubicBezTo>
                <a:cubicBezTo>
                  <a:pt x="2003864" y="4672192"/>
                  <a:pt x="2010442" y="4664204"/>
                  <a:pt x="2018665" y="4657978"/>
                </a:cubicBezTo>
                <a:cubicBezTo>
                  <a:pt x="2026889" y="4651751"/>
                  <a:pt x="2036991" y="4648521"/>
                  <a:pt x="2048974" y="4648286"/>
                </a:cubicBezTo>
                <a:close/>
                <a:moveTo>
                  <a:pt x="9506810" y="4628198"/>
                </a:moveTo>
                <a:lnTo>
                  <a:pt x="9506810" y="4655334"/>
                </a:lnTo>
                <a:cubicBezTo>
                  <a:pt x="9509395" y="4655099"/>
                  <a:pt x="9513565" y="4654923"/>
                  <a:pt x="9519321" y="4654806"/>
                </a:cubicBezTo>
                <a:cubicBezTo>
                  <a:pt x="9525078" y="4654688"/>
                  <a:pt x="9529836" y="4654512"/>
                  <a:pt x="9533594" y="4654277"/>
                </a:cubicBezTo>
                <a:cubicBezTo>
                  <a:pt x="9533124" y="4657332"/>
                  <a:pt x="9532772" y="4661796"/>
                  <a:pt x="9532537" y="4667669"/>
                </a:cubicBezTo>
                <a:cubicBezTo>
                  <a:pt x="9532302" y="4673543"/>
                  <a:pt x="9532185" y="4679652"/>
                  <a:pt x="9532185" y="4685995"/>
                </a:cubicBezTo>
                <a:lnTo>
                  <a:pt x="9532890" y="4820974"/>
                </a:lnTo>
                <a:cubicBezTo>
                  <a:pt x="9532890" y="4830372"/>
                  <a:pt x="9531890" y="4837186"/>
                  <a:pt x="9529894" y="4841415"/>
                </a:cubicBezTo>
                <a:cubicBezTo>
                  <a:pt x="9527898" y="4845644"/>
                  <a:pt x="9525078" y="4848346"/>
                  <a:pt x="9521436" y="4849521"/>
                </a:cubicBezTo>
                <a:cubicBezTo>
                  <a:pt x="9517794" y="4850695"/>
                  <a:pt x="9513272" y="4851400"/>
                  <a:pt x="9507868" y="4851635"/>
                </a:cubicBezTo>
                <a:lnTo>
                  <a:pt x="9507868" y="4874895"/>
                </a:lnTo>
                <a:lnTo>
                  <a:pt x="9588220" y="4874895"/>
                </a:lnTo>
                <a:lnTo>
                  <a:pt x="9588220" y="4847759"/>
                </a:lnTo>
                <a:cubicBezTo>
                  <a:pt x="9585871" y="4847759"/>
                  <a:pt x="9581818" y="4847817"/>
                  <a:pt x="9576062" y="4847935"/>
                </a:cubicBezTo>
                <a:cubicBezTo>
                  <a:pt x="9570305" y="4848052"/>
                  <a:pt x="9565548" y="4848346"/>
                  <a:pt x="9561788" y="4848816"/>
                </a:cubicBezTo>
                <a:cubicBezTo>
                  <a:pt x="9562258" y="4845761"/>
                  <a:pt x="9562611" y="4841297"/>
                  <a:pt x="9562846" y="4835424"/>
                </a:cubicBezTo>
                <a:cubicBezTo>
                  <a:pt x="9563080" y="4829550"/>
                  <a:pt x="9563198" y="4823441"/>
                  <a:pt x="9563198" y="4817098"/>
                </a:cubicBezTo>
                <a:lnTo>
                  <a:pt x="9562494" y="4707846"/>
                </a:lnTo>
                <a:lnTo>
                  <a:pt x="9562846" y="4707846"/>
                </a:lnTo>
                <a:cubicBezTo>
                  <a:pt x="9566135" y="4712545"/>
                  <a:pt x="9569424" y="4717126"/>
                  <a:pt x="9572714" y="4721590"/>
                </a:cubicBezTo>
                <a:cubicBezTo>
                  <a:pt x="9576003" y="4726054"/>
                  <a:pt x="9579175" y="4730284"/>
                  <a:pt x="9582230" y="4734278"/>
                </a:cubicBezTo>
                <a:lnTo>
                  <a:pt x="9695005" y="4878420"/>
                </a:lnTo>
                <a:lnTo>
                  <a:pt x="9724962" y="4878420"/>
                </a:lnTo>
                <a:lnTo>
                  <a:pt x="9724962" y="4682119"/>
                </a:lnTo>
                <a:cubicBezTo>
                  <a:pt x="9724962" y="4672486"/>
                  <a:pt x="9725960" y="4665614"/>
                  <a:pt x="9727957" y="4661502"/>
                </a:cubicBezTo>
                <a:cubicBezTo>
                  <a:pt x="9729954" y="4657390"/>
                  <a:pt x="9732832" y="4654747"/>
                  <a:pt x="9736592" y="4653572"/>
                </a:cubicBezTo>
                <a:cubicBezTo>
                  <a:pt x="9740350" y="4652398"/>
                  <a:pt x="9744815" y="4651693"/>
                  <a:pt x="9749984" y="4651458"/>
                </a:cubicBezTo>
                <a:lnTo>
                  <a:pt x="9749984" y="4628198"/>
                </a:lnTo>
                <a:lnTo>
                  <a:pt x="9669630" y="4628198"/>
                </a:lnTo>
                <a:lnTo>
                  <a:pt x="9669630" y="4655334"/>
                </a:lnTo>
                <a:cubicBezTo>
                  <a:pt x="9672215" y="4655099"/>
                  <a:pt x="9676326" y="4654923"/>
                  <a:pt x="9681965" y="4654806"/>
                </a:cubicBezTo>
                <a:cubicBezTo>
                  <a:pt x="9687604" y="4654688"/>
                  <a:pt x="9692304" y="4654512"/>
                  <a:pt x="9696062" y="4654277"/>
                </a:cubicBezTo>
                <a:cubicBezTo>
                  <a:pt x="9695828" y="4657332"/>
                  <a:pt x="9695592" y="4661796"/>
                  <a:pt x="9695358" y="4667669"/>
                </a:cubicBezTo>
                <a:cubicBezTo>
                  <a:pt x="9695123" y="4673543"/>
                  <a:pt x="9695005" y="4679652"/>
                  <a:pt x="9695005" y="4685995"/>
                </a:cubicBezTo>
                <a:lnTo>
                  <a:pt x="9695005" y="4797714"/>
                </a:lnTo>
                <a:lnTo>
                  <a:pt x="9694653" y="4797714"/>
                </a:lnTo>
                <a:cubicBezTo>
                  <a:pt x="9691833" y="4793720"/>
                  <a:pt x="9688485" y="4789021"/>
                  <a:pt x="9684608" y="4783617"/>
                </a:cubicBezTo>
                <a:cubicBezTo>
                  <a:pt x="9680732" y="4778213"/>
                  <a:pt x="9675856" y="4771752"/>
                  <a:pt x="9669983" y="4764234"/>
                </a:cubicBezTo>
                <a:lnTo>
                  <a:pt x="9562141" y="4628198"/>
                </a:lnTo>
                <a:close/>
                <a:moveTo>
                  <a:pt x="8593116" y="4628198"/>
                </a:moveTo>
                <a:lnTo>
                  <a:pt x="8593116" y="4655334"/>
                </a:lnTo>
                <a:cubicBezTo>
                  <a:pt x="8595700" y="4655099"/>
                  <a:pt x="8599812" y="4654923"/>
                  <a:pt x="8605450" y="4654806"/>
                </a:cubicBezTo>
                <a:cubicBezTo>
                  <a:pt x="8611090" y="4654688"/>
                  <a:pt x="8615788" y="4654512"/>
                  <a:pt x="8619548" y="4654277"/>
                </a:cubicBezTo>
                <a:cubicBezTo>
                  <a:pt x="8619312" y="4657332"/>
                  <a:pt x="8619018" y="4661796"/>
                  <a:pt x="8618666" y="4667669"/>
                </a:cubicBezTo>
                <a:cubicBezTo>
                  <a:pt x="8618314" y="4673543"/>
                  <a:pt x="8618138" y="4679652"/>
                  <a:pt x="8618138" y="4685995"/>
                </a:cubicBezTo>
                <a:lnTo>
                  <a:pt x="8618138" y="4820974"/>
                </a:lnTo>
                <a:cubicBezTo>
                  <a:pt x="8618138" y="4830372"/>
                  <a:pt x="8617139" y="4837186"/>
                  <a:pt x="8615142" y="4841415"/>
                </a:cubicBezTo>
                <a:cubicBezTo>
                  <a:pt x="8613144" y="4845644"/>
                  <a:pt x="8610325" y="4848346"/>
                  <a:pt x="8606684" y="4849521"/>
                </a:cubicBezTo>
                <a:cubicBezTo>
                  <a:pt x="8603042" y="4850695"/>
                  <a:pt x="8598518" y="4851400"/>
                  <a:pt x="8593116" y="4851635"/>
                </a:cubicBezTo>
                <a:lnTo>
                  <a:pt x="8593116" y="4874895"/>
                </a:lnTo>
                <a:lnTo>
                  <a:pt x="8694262" y="4874895"/>
                </a:lnTo>
                <a:lnTo>
                  <a:pt x="8694262" y="4847759"/>
                </a:lnTo>
                <a:cubicBezTo>
                  <a:pt x="8691911" y="4847759"/>
                  <a:pt x="8687858" y="4847817"/>
                  <a:pt x="8682102" y="4847935"/>
                </a:cubicBezTo>
                <a:cubicBezTo>
                  <a:pt x="8676346" y="4848052"/>
                  <a:pt x="8671588" y="4848346"/>
                  <a:pt x="8667830" y="4848816"/>
                </a:cubicBezTo>
                <a:cubicBezTo>
                  <a:pt x="8668299" y="4845761"/>
                  <a:pt x="8668652" y="4841297"/>
                  <a:pt x="8668887" y="4835424"/>
                </a:cubicBezTo>
                <a:cubicBezTo>
                  <a:pt x="8669121" y="4829550"/>
                  <a:pt x="8669239" y="4823441"/>
                  <a:pt x="8669239" y="4817098"/>
                </a:cubicBezTo>
                <a:lnTo>
                  <a:pt x="8669239" y="4682119"/>
                </a:lnTo>
                <a:cubicBezTo>
                  <a:pt x="8669239" y="4672486"/>
                  <a:pt x="8670238" y="4665614"/>
                  <a:pt x="8672235" y="4661502"/>
                </a:cubicBezTo>
                <a:cubicBezTo>
                  <a:pt x="8674232" y="4657390"/>
                  <a:pt x="8677110" y="4654747"/>
                  <a:pt x="8680870" y="4653572"/>
                </a:cubicBezTo>
                <a:cubicBezTo>
                  <a:pt x="8684628" y="4652398"/>
                  <a:pt x="8689092" y="4651693"/>
                  <a:pt x="8694262" y="4651458"/>
                </a:cubicBezTo>
                <a:lnTo>
                  <a:pt x="8694262" y="4628198"/>
                </a:lnTo>
                <a:close/>
                <a:moveTo>
                  <a:pt x="8097120" y="4628198"/>
                </a:moveTo>
                <a:lnTo>
                  <a:pt x="8095358" y="4707846"/>
                </a:lnTo>
                <a:lnTo>
                  <a:pt x="8118618" y="4707846"/>
                </a:lnTo>
                <a:cubicBezTo>
                  <a:pt x="8118618" y="4688815"/>
                  <a:pt x="8122495" y="4674835"/>
                  <a:pt x="8130248" y="4665907"/>
                </a:cubicBezTo>
                <a:cubicBezTo>
                  <a:pt x="8138002" y="4656979"/>
                  <a:pt x="8148574" y="4652398"/>
                  <a:pt x="8161966" y="4652163"/>
                </a:cubicBezTo>
                <a:lnTo>
                  <a:pt x="8178178" y="4652163"/>
                </a:lnTo>
                <a:lnTo>
                  <a:pt x="8178178" y="4820974"/>
                </a:lnTo>
                <a:cubicBezTo>
                  <a:pt x="8178178" y="4830372"/>
                  <a:pt x="8177179" y="4837186"/>
                  <a:pt x="8175182" y="4841415"/>
                </a:cubicBezTo>
                <a:cubicBezTo>
                  <a:pt x="8173185" y="4845644"/>
                  <a:pt x="8170366" y="4848346"/>
                  <a:pt x="8166724" y="4849521"/>
                </a:cubicBezTo>
                <a:cubicBezTo>
                  <a:pt x="8163082" y="4850695"/>
                  <a:pt x="8158560" y="4851400"/>
                  <a:pt x="8153156" y="4851635"/>
                </a:cubicBezTo>
                <a:lnTo>
                  <a:pt x="8153156" y="4874895"/>
                </a:lnTo>
                <a:lnTo>
                  <a:pt x="8256064" y="4874895"/>
                </a:lnTo>
                <a:lnTo>
                  <a:pt x="8256064" y="4847759"/>
                </a:lnTo>
                <a:cubicBezTo>
                  <a:pt x="8253714" y="4847759"/>
                  <a:pt x="8249426" y="4847817"/>
                  <a:pt x="8243200" y="4847935"/>
                </a:cubicBezTo>
                <a:cubicBezTo>
                  <a:pt x="8236973" y="4848052"/>
                  <a:pt x="8231864" y="4848346"/>
                  <a:pt x="8227870" y="4848816"/>
                </a:cubicBezTo>
                <a:cubicBezTo>
                  <a:pt x="8228339" y="4845761"/>
                  <a:pt x="8228693" y="4841297"/>
                  <a:pt x="8228927" y="4835424"/>
                </a:cubicBezTo>
                <a:cubicBezTo>
                  <a:pt x="8229162" y="4829550"/>
                  <a:pt x="8229280" y="4823441"/>
                  <a:pt x="8229280" y="4817098"/>
                </a:cubicBezTo>
                <a:lnTo>
                  <a:pt x="8229280" y="4651810"/>
                </a:lnTo>
                <a:lnTo>
                  <a:pt x="8246196" y="4651810"/>
                </a:lnTo>
                <a:cubicBezTo>
                  <a:pt x="8259588" y="4651575"/>
                  <a:pt x="8270161" y="4656098"/>
                  <a:pt x="8277914" y="4665379"/>
                </a:cubicBezTo>
                <a:cubicBezTo>
                  <a:pt x="8285668" y="4674659"/>
                  <a:pt x="8289544" y="4688815"/>
                  <a:pt x="8289544" y="4707846"/>
                </a:cubicBezTo>
                <a:lnTo>
                  <a:pt x="8312804" y="4707846"/>
                </a:lnTo>
                <a:lnTo>
                  <a:pt x="8310690" y="4628198"/>
                </a:lnTo>
                <a:close/>
                <a:moveTo>
                  <a:pt x="7116045" y="4628198"/>
                </a:moveTo>
                <a:lnTo>
                  <a:pt x="7114283" y="4707846"/>
                </a:lnTo>
                <a:lnTo>
                  <a:pt x="7137543" y="4707846"/>
                </a:lnTo>
                <a:cubicBezTo>
                  <a:pt x="7137543" y="4688815"/>
                  <a:pt x="7141419" y="4674835"/>
                  <a:pt x="7149173" y="4665907"/>
                </a:cubicBezTo>
                <a:cubicBezTo>
                  <a:pt x="7156926" y="4656979"/>
                  <a:pt x="7167499" y="4652398"/>
                  <a:pt x="7180891" y="4652163"/>
                </a:cubicBezTo>
                <a:lnTo>
                  <a:pt x="7197103" y="4652163"/>
                </a:lnTo>
                <a:lnTo>
                  <a:pt x="7197103" y="4820974"/>
                </a:lnTo>
                <a:cubicBezTo>
                  <a:pt x="7197103" y="4830372"/>
                  <a:pt x="7196104" y="4837186"/>
                  <a:pt x="7194107" y="4841415"/>
                </a:cubicBezTo>
                <a:cubicBezTo>
                  <a:pt x="7192110" y="4845644"/>
                  <a:pt x="7189290" y="4848346"/>
                  <a:pt x="7185649" y="4849521"/>
                </a:cubicBezTo>
                <a:cubicBezTo>
                  <a:pt x="7182007" y="4850695"/>
                  <a:pt x="7177484" y="4851400"/>
                  <a:pt x="7172080" y="4851635"/>
                </a:cubicBezTo>
                <a:lnTo>
                  <a:pt x="7172080" y="4874895"/>
                </a:lnTo>
                <a:lnTo>
                  <a:pt x="7274989" y="4874895"/>
                </a:lnTo>
                <a:lnTo>
                  <a:pt x="7274989" y="4847759"/>
                </a:lnTo>
                <a:cubicBezTo>
                  <a:pt x="7272639" y="4847759"/>
                  <a:pt x="7268351" y="4847817"/>
                  <a:pt x="7262125" y="4847935"/>
                </a:cubicBezTo>
                <a:cubicBezTo>
                  <a:pt x="7255899" y="4848052"/>
                  <a:pt x="7250789" y="4848346"/>
                  <a:pt x="7246795" y="4848816"/>
                </a:cubicBezTo>
                <a:cubicBezTo>
                  <a:pt x="7247265" y="4845761"/>
                  <a:pt x="7247617" y="4841297"/>
                  <a:pt x="7247852" y="4835424"/>
                </a:cubicBezTo>
                <a:cubicBezTo>
                  <a:pt x="7248087" y="4829550"/>
                  <a:pt x="7248205" y="4823441"/>
                  <a:pt x="7248205" y="4817098"/>
                </a:cubicBezTo>
                <a:lnTo>
                  <a:pt x="7248205" y="4651810"/>
                </a:lnTo>
                <a:lnTo>
                  <a:pt x="7265121" y="4651810"/>
                </a:lnTo>
                <a:cubicBezTo>
                  <a:pt x="7278513" y="4651575"/>
                  <a:pt x="7289086" y="4656098"/>
                  <a:pt x="7296840" y="4665379"/>
                </a:cubicBezTo>
                <a:cubicBezTo>
                  <a:pt x="7304593" y="4674659"/>
                  <a:pt x="7308470" y="4688815"/>
                  <a:pt x="7308470" y="4707846"/>
                </a:cubicBezTo>
                <a:lnTo>
                  <a:pt x="7331729" y="4707846"/>
                </a:lnTo>
                <a:lnTo>
                  <a:pt x="7329615" y="4628198"/>
                </a:lnTo>
                <a:close/>
                <a:moveTo>
                  <a:pt x="6601685" y="4628198"/>
                </a:moveTo>
                <a:lnTo>
                  <a:pt x="6601685" y="4655334"/>
                </a:lnTo>
                <a:cubicBezTo>
                  <a:pt x="6604270" y="4655099"/>
                  <a:pt x="6608440" y="4654923"/>
                  <a:pt x="6614196" y="4654806"/>
                </a:cubicBezTo>
                <a:cubicBezTo>
                  <a:pt x="6619953" y="4654688"/>
                  <a:pt x="6624710" y="4654512"/>
                  <a:pt x="6628470" y="4654277"/>
                </a:cubicBezTo>
                <a:cubicBezTo>
                  <a:pt x="6628000" y="4657332"/>
                  <a:pt x="6627648" y="4661796"/>
                  <a:pt x="6627412" y="4667669"/>
                </a:cubicBezTo>
                <a:cubicBezTo>
                  <a:pt x="6627177" y="4673543"/>
                  <a:pt x="6627060" y="4679652"/>
                  <a:pt x="6627060" y="4685995"/>
                </a:cubicBezTo>
                <a:lnTo>
                  <a:pt x="6627765" y="4820974"/>
                </a:lnTo>
                <a:cubicBezTo>
                  <a:pt x="6627765" y="4830372"/>
                  <a:pt x="6626766" y="4837186"/>
                  <a:pt x="6624769" y="4841415"/>
                </a:cubicBezTo>
                <a:cubicBezTo>
                  <a:pt x="6622772" y="4845644"/>
                  <a:pt x="6619953" y="4848346"/>
                  <a:pt x="6616311" y="4849521"/>
                </a:cubicBezTo>
                <a:cubicBezTo>
                  <a:pt x="6612670" y="4850695"/>
                  <a:pt x="6608147" y="4851400"/>
                  <a:pt x="6602743" y="4851635"/>
                </a:cubicBezTo>
                <a:lnTo>
                  <a:pt x="6602743" y="4874895"/>
                </a:lnTo>
                <a:lnTo>
                  <a:pt x="6683096" y="4874895"/>
                </a:lnTo>
                <a:lnTo>
                  <a:pt x="6683096" y="4847759"/>
                </a:lnTo>
                <a:cubicBezTo>
                  <a:pt x="6680746" y="4847759"/>
                  <a:pt x="6676693" y="4847817"/>
                  <a:pt x="6670937" y="4847935"/>
                </a:cubicBezTo>
                <a:cubicBezTo>
                  <a:pt x="6665181" y="4848052"/>
                  <a:pt x="6660423" y="4848346"/>
                  <a:pt x="6656664" y="4848816"/>
                </a:cubicBezTo>
                <a:cubicBezTo>
                  <a:pt x="6657134" y="4845761"/>
                  <a:pt x="6657486" y="4841297"/>
                  <a:pt x="6657721" y="4835424"/>
                </a:cubicBezTo>
                <a:cubicBezTo>
                  <a:pt x="6657956" y="4829550"/>
                  <a:pt x="6658073" y="4823441"/>
                  <a:pt x="6658073" y="4817098"/>
                </a:cubicBezTo>
                <a:lnTo>
                  <a:pt x="6657369" y="4707846"/>
                </a:lnTo>
                <a:lnTo>
                  <a:pt x="6657721" y="4707846"/>
                </a:lnTo>
                <a:cubicBezTo>
                  <a:pt x="6661010" y="4712545"/>
                  <a:pt x="6664300" y="4717126"/>
                  <a:pt x="6667589" y="4721590"/>
                </a:cubicBezTo>
                <a:cubicBezTo>
                  <a:pt x="6670878" y="4726054"/>
                  <a:pt x="6674050" y="4730284"/>
                  <a:pt x="6677105" y="4734278"/>
                </a:cubicBezTo>
                <a:lnTo>
                  <a:pt x="6789880" y="4878420"/>
                </a:lnTo>
                <a:lnTo>
                  <a:pt x="6819837" y="4878420"/>
                </a:lnTo>
                <a:lnTo>
                  <a:pt x="6819837" y="4682119"/>
                </a:lnTo>
                <a:cubicBezTo>
                  <a:pt x="6819837" y="4672486"/>
                  <a:pt x="6820835" y="4665614"/>
                  <a:pt x="6822832" y="4661502"/>
                </a:cubicBezTo>
                <a:cubicBezTo>
                  <a:pt x="6824829" y="4657390"/>
                  <a:pt x="6827707" y="4654747"/>
                  <a:pt x="6831467" y="4653572"/>
                </a:cubicBezTo>
                <a:cubicBezTo>
                  <a:pt x="6835226" y="4652398"/>
                  <a:pt x="6839690" y="4651693"/>
                  <a:pt x="6844859" y="4651458"/>
                </a:cubicBezTo>
                <a:lnTo>
                  <a:pt x="6844859" y="4628198"/>
                </a:lnTo>
                <a:lnTo>
                  <a:pt x="6764506" y="4628198"/>
                </a:lnTo>
                <a:lnTo>
                  <a:pt x="6764506" y="4655334"/>
                </a:lnTo>
                <a:cubicBezTo>
                  <a:pt x="6767090" y="4655099"/>
                  <a:pt x="6771202" y="4654923"/>
                  <a:pt x="6776840" y="4654806"/>
                </a:cubicBezTo>
                <a:cubicBezTo>
                  <a:pt x="6782480" y="4654688"/>
                  <a:pt x="6787178" y="4654512"/>
                  <a:pt x="6790938" y="4654277"/>
                </a:cubicBezTo>
                <a:cubicBezTo>
                  <a:pt x="6790702" y="4657332"/>
                  <a:pt x="6790468" y="4661796"/>
                  <a:pt x="6790233" y="4667669"/>
                </a:cubicBezTo>
                <a:cubicBezTo>
                  <a:pt x="6789998" y="4673543"/>
                  <a:pt x="6789880" y="4679652"/>
                  <a:pt x="6789880" y="4685995"/>
                </a:cubicBezTo>
                <a:lnTo>
                  <a:pt x="6789880" y="4797714"/>
                </a:lnTo>
                <a:lnTo>
                  <a:pt x="6789528" y="4797714"/>
                </a:lnTo>
                <a:cubicBezTo>
                  <a:pt x="6786708" y="4793720"/>
                  <a:pt x="6783360" y="4789021"/>
                  <a:pt x="6779484" y="4783617"/>
                </a:cubicBezTo>
                <a:cubicBezTo>
                  <a:pt x="6775607" y="4778213"/>
                  <a:pt x="6770732" y="4771752"/>
                  <a:pt x="6764858" y="4764234"/>
                </a:cubicBezTo>
                <a:lnTo>
                  <a:pt x="6657016" y="4628198"/>
                </a:lnTo>
                <a:close/>
                <a:moveTo>
                  <a:pt x="6135666" y="4628198"/>
                </a:moveTo>
                <a:lnTo>
                  <a:pt x="6135666" y="4655334"/>
                </a:lnTo>
                <a:cubicBezTo>
                  <a:pt x="6138250" y="4655099"/>
                  <a:pt x="6142362" y="4654923"/>
                  <a:pt x="6148001" y="4654806"/>
                </a:cubicBezTo>
                <a:cubicBezTo>
                  <a:pt x="6153639" y="4654688"/>
                  <a:pt x="6158338" y="4654512"/>
                  <a:pt x="6162097" y="4654277"/>
                </a:cubicBezTo>
                <a:cubicBezTo>
                  <a:pt x="6161863" y="4657332"/>
                  <a:pt x="6161569" y="4661796"/>
                  <a:pt x="6161216" y="4667669"/>
                </a:cubicBezTo>
                <a:cubicBezTo>
                  <a:pt x="6160864" y="4673543"/>
                  <a:pt x="6160688" y="4679652"/>
                  <a:pt x="6160688" y="4685995"/>
                </a:cubicBezTo>
                <a:lnTo>
                  <a:pt x="6160688" y="4820974"/>
                </a:lnTo>
                <a:cubicBezTo>
                  <a:pt x="6160688" y="4830372"/>
                  <a:pt x="6159689" y="4837186"/>
                  <a:pt x="6157692" y="4841415"/>
                </a:cubicBezTo>
                <a:cubicBezTo>
                  <a:pt x="6155695" y="4845644"/>
                  <a:pt x="6152876" y="4848346"/>
                  <a:pt x="6149234" y="4849521"/>
                </a:cubicBezTo>
                <a:cubicBezTo>
                  <a:pt x="6145592" y="4850695"/>
                  <a:pt x="6141069" y="4851400"/>
                  <a:pt x="6135666" y="4851635"/>
                </a:cubicBezTo>
                <a:lnTo>
                  <a:pt x="6135666" y="4874895"/>
                </a:lnTo>
                <a:lnTo>
                  <a:pt x="6321746" y="4874895"/>
                </a:lnTo>
                <a:lnTo>
                  <a:pt x="6323508" y="4797362"/>
                </a:lnTo>
                <a:lnTo>
                  <a:pt x="6300600" y="4797362"/>
                </a:lnTo>
                <a:cubicBezTo>
                  <a:pt x="6300600" y="4810049"/>
                  <a:pt x="6298486" y="4820093"/>
                  <a:pt x="6294257" y="4827494"/>
                </a:cubicBezTo>
                <a:cubicBezTo>
                  <a:pt x="6290028" y="4834895"/>
                  <a:pt x="6284624" y="4840181"/>
                  <a:pt x="6278045" y="4843353"/>
                </a:cubicBezTo>
                <a:cubicBezTo>
                  <a:pt x="6271467" y="4846525"/>
                  <a:pt x="6264653" y="4848111"/>
                  <a:pt x="6257605" y="4848111"/>
                </a:cubicBezTo>
                <a:lnTo>
                  <a:pt x="6210380" y="4848111"/>
                </a:lnTo>
                <a:cubicBezTo>
                  <a:pt x="6210849" y="4845057"/>
                  <a:pt x="6211202" y="4840710"/>
                  <a:pt x="6211437" y="4835071"/>
                </a:cubicBezTo>
                <a:cubicBezTo>
                  <a:pt x="6211672" y="4829432"/>
                  <a:pt x="6211789" y="4823441"/>
                  <a:pt x="6211789" y="4817098"/>
                </a:cubicBezTo>
                <a:lnTo>
                  <a:pt x="6211789" y="4759300"/>
                </a:lnTo>
                <a:lnTo>
                  <a:pt x="6220953" y="4758947"/>
                </a:lnTo>
                <a:cubicBezTo>
                  <a:pt x="6227296" y="4758712"/>
                  <a:pt x="6233111" y="4759182"/>
                  <a:pt x="6238397" y="4760357"/>
                </a:cubicBezTo>
                <a:cubicBezTo>
                  <a:pt x="6243684" y="4761532"/>
                  <a:pt x="6247854" y="4764293"/>
                  <a:pt x="6250909" y="4768639"/>
                </a:cubicBezTo>
                <a:cubicBezTo>
                  <a:pt x="6253962" y="4772986"/>
                  <a:pt x="6255490" y="4780093"/>
                  <a:pt x="6255490" y="4789961"/>
                </a:cubicBezTo>
                <a:lnTo>
                  <a:pt x="6278750" y="4789961"/>
                </a:lnTo>
                <a:lnTo>
                  <a:pt x="6278750" y="4704322"/>
                </a:lnTo>
                <a:lnTo>
                  <a:pt x="6251613" y="4704322"/>
                </a:lnTo>
                <a:lnTo>
                  <a:pt x="6253023" y="4734983"/>
                </a:lnTo>
                <a:lnTo>
                  <a:pt x="6211789" y="4734983"/>
                </a:lnTo>
                <a:lnTo>
                  <a:pt x="6211789" y="4682119"/>
                </a:lnTo>
                <a:cubicBezTo>
                  <a:pt x="6211789" y="4672956"/>
                  <a:pt x="6212729" y="4666201"/>
                  <a:pt x="6214609" y="4661854"/>
                </a:cubicBezTo>
                <a:cubicBezTo>
                  <a:pt x="6216488" y="4657508"/>
                  <a:pt x="6219190" y="4654688"/>
                  <a:pt x="6222715" y="4653396"/>
                </a:cubicBezTo>
                <a:cubicBezTo>
                  <a:pt x="6226239" y="4652104"/>
                  <a:pt x="6230468" y="4651458"/>
                  <a:pt x="6235402" y="4651458"/>
                </a:cubicBezTo>
                <a:lnTo>
                  <a:pt x="6248089" y="4651105"/>
                </a:lnTo>
                <a:cubicBezTo>
                  <a:pt x="6254433" y="4650870"/>
                  <a:pt x="6260894" y="4651869"/>
                  <a:pt x="6267473" y="4654101"/>
                </a:cubicBezTo>
                <a:cubicBezTo>
                  <a:pt x="6274051" y="4656333"/>
                  <a:pt x="6279573" y="4660738"/>
                  <a:pt x="6284036" y="4667317"/>
                </a:cubicBezTo>
                <a:cubicBezTo>
                  <a:pt x="6288500" y="4673896"/>
                  <a:pt x="6290732" y="4683646"/>
                  <a:pt x="6290732" y="4696568"/>
                </a:cubicBezTo>
                <a:lnTo>
                  <a:pt x="6313993" y="4696568"/>
                </a:lnTo>
                <a:lnTo>
                  <a:pt x="6311878" y="4628198"/>
                </a:lnTo>
                <a:close/>
                <a:moveTo>
                  <a:pt x="3326857" y="4628198"/>
                </a:moveTo>
                <a:lnTo>
                  <a:pt x="3326857" y="4655334"/>
                </a:lnTo>
                <a:cubicBezTo>
                  <a:pt x="3329442" y="4655099"/>
                  <a:pt x="3333554" y="4654923"/>
                  <a:pt x="3339192" y="4654806"/>
                </a:cubicBezTo>
                <a:cubicBezTo>
                  <a:pt x="3344831" y="4654688"/>
                  <a:pt x="3349530" y="4654512"/>
                  <a:pt x="3353289" y="4654277"/>
                </a:cubicBezTo>
                <a:cubicBezTo>
                  <a:pt x="3353054" y="4657332"/>
                  <a:pt x="3352761" y="4661796"/>
                  <a:pt x="3352408" y="4667669"/>
                </a:cubicBezTo>
                <a:cubicBezTo>
                  <a:pt x="3352056" y="4673543"/>
                  <a:pt x="3351880" y="4679652"/>
                  <a:pt x="3351880" y="4685995"/>
                </a:cubicBezTo>
                <a:lnTo>
                  <a:pt x="3351880" y="4771282"/>
                </a:lnTo>
                <a:cubicBezTo>
                  <a:pt x="3351880" y="4786319"/>
                  <a:pt x="3353466" y="4800416"/>
                  <a:pt x="3356637" y="4813573"/>
                </a:cubicBezTo>
                <a:cubicBezTo>
                  <a:pt x="3359809" y="4826730"/>
                  <a:pt x="3365213" y="4838361"/>
                  <a:pt x="3372849" y="4848463"/>
                </a:cubicBezTo>
                <a:cubicBezTo>
                  <a:pt x="3380485" y="4858566"/>
                  <a:pt x="3390881" y="4866437"/>
                  <a:pt x="3404039" y="4872076"/>
                </a:cubicBezTo>
                <a:cubicBezTo>
                  <a:pt x="3417196" y="4877715"/>
                  <a:pt x="3433642" y="4880534"/>
                  <a:pt x="3453378" y="4880534"/>
                </a:cubicBezTo>
                <a:cubicBezTo>
                  <a:pt x="3472174" y="4880534"/>
                  <a:pt x="3489031" y="4876951"/>
                  <a:pt x="3503951" y="4869785"/>
                </a:cubicBezTo>
                <a:cubicBezTo>
                  <a:pt x="3518870" y="4862619"/>
                  <a:pt x="3530618" y="4850989"/>
                  <a:pt x="3539194" y="4834895"/>
                </a:cubicBezTo>
                <a:cubicBezTo>
                  <a:pt x="3547769" y="4818801"/>
                  <a:pt x="3552057" y="4797244"/>
                  <a:pt x="3552057" y="4770225"/>
                </a:cubicBezTo>
                <a:lnTo>
                  <a:pt x="3552057" y="4682119"/>
                </a:lnTo>
                <a:cubicBezTo>
                  <a:pt x="3552057" y="4672486"/>
                  <a:pt x="3553056" y="4665614"/>
                  <a:pt x="3555053" y="4661502"/>
                </a:cubicBezTo>
                <a:cubicBezTo>
                  <a:pt x="3557050" y="4657390"/>
                  <a:pt x="3559928" y="4654747"/>
                  <a:pt x="3563687" y="4653572"/>
                </a:cubicBezTo>
                <a:cubicBezTo>
                  <a:pt x="3567446" y="4652398"/>
                  <a:pt x="3571910" y="4651693"/>
                  <a:pt x="3577079" y="4651458"/>
                </a:cubicBezTo>
                <a:lnTo>
                  <a:pt x="3577079" y="4628198"/>
                </a:lnTo>
                <a:lnTo>
                  <a:pt x="3495317" y="4628198"/>
                </a:lnTo>
                <a:lnTo>
                  <a:pt x="3495317" y="4655334"/>
                </a:lnTo>
                <a:cubicBezTo>
                  <a:pt x="3497901" y="4655099"/>
                  <a:pt x="3502072" y="4654923"/>
                  <a:pt x="3507828" y="4654806"/>
                </a:cubicBezTo>
                <a:cubicBezTo>
                  <a:pt x="3513584" y="4654688"/>
                  <a:pt x="3518342" y="4654512"/>
                  <a:pt x="3522101" y="4654277"/>
                </a:cubicBezTo>
                <a:cubicBezTo>
                  <a:pt x="3521631" y="4657332"/>
                  <a:pt x="3521279" y="4661796"/>
                  <a:pt x="3521044" y="4667669"/>
                </a:cubicBezTo>
                <a:cubicBezTo>
                  <a:pt x="3520809" y="4673543"/>
                  <a:pt x="3520691" y="4679652"/>
                  <a:pt x="3520691" y="4685995"/>
                </a:cubicBezTo>
                <a:lnTo>
                  <a:pt x="3520691" y="4778331"/>
                </a:lnTo>
                <a:cubicBezTo>
                  <a:pt x="3520691" y="4804410"/>
                  <a:pt x="3515287" y="4823676"/>
                  <a:pt x="3504480" y="4836128"/>
                </a:cubicBezTo>
                <a:cubicBezTo>
                  <a:pt x="3493672" y="4848581"/>
                  <a:pt x="3478518" y="4854455"/>
                  <a:pt x="3459017" y="4853750"/>
                </a:cubicBezTo>
                <a:cubicBezTo>
                  <a:pt x="3449619" y="4853280"/>
                  <a:pt x="3440632" y="4850930"/>
                  <a:pt x="3432056" y="4846701"/>
                </a:cubicBezTo>
                <a:cubicBezTo>
                  <a:pt x="3423481" y="4842472"/>
                  <a:pt x="3416491" y="4835012"/>
                  <a:pt x="3411087" y="4824322"/>
                </a:cubicBezTo>
                <a:cubicBezTo>
                  <a:pt x="3405683" y="4813632"/>
                  <a:pt x="3402981" y="4798536"/>
                  <a:pt x="3402981" y="4779036"/>
                </a:cubicBezTo>
                <a:lnTo>
                  <a:pt x="3402981" y="4682119"/>
                </a:lnTo>
                <a:cubicBezTo>
                  <a:pt x="3402981" y="4672486"/>
                  <a:pt x="3403980" y="4665614"/>
                  <a:pt x="3405977" y="4661502"/>
                </a:cubicBezTo>
                <a:cubicBezTo>
                  <a:pt x="3407974" y="4657390"/>
                  <a:pt x="3410852" y="4654747"/>
                  <a:pt x="3414611" y="4653572"/>
                </a:cubicBezTo>
                <a:cubicBezTo>
                  <a:pt x="3418370" y="4652398"/>
                  <a:pt x="3422835" y="4651693"/>
                  <a:pt x="3428003" y="4651458"/>
                </a:cubicBezTo>
                <a:lnTo>
                  <a:pt x="3428003" y="4628198"/>
                </a:lnTo>
                <a:close/>
                <a:moveTo>
                  <a:pt x="1448670" y="4628198"/>
                </a:moveTo>
                <a:lnTo>
                  <a:pt x="1446908" y="4707846"/>
                </a:lnTo>
                <a:lnTo>
                  <a:pt x="1470168" y="4707846"/>
                </a:lnTo>
                <a:cubicBezTo>
                  <a:pt x="1470168" y="4688815"/>
                  <a:pt x="1474045" y="4674835"/>
                  <a:pt x="1481798" y="4665907"/>
                </a:cubicBezTo>
                <a:cubicBezTo>
                  <a:pt x="1489552" y="4656979"/>
                  <a:pt x="1500124" y="4652398"/>
                  <a:pt x="1513516" y="4652163"/>
                </a:cubicBezTo>
                <a:lnTo>
                  <a:pt x="1529728" y="4652163"/>
                </a:lnTo>
                <a:lnTo>
                  <a:pt x="1529728" y="4820974"/>
                </a:lnTo>
                <a:cubicBezTo>
                  <a:pt x="1529728" y="4830372"/>
                  <a:pt x="1528730" y="4837186"/>
                  <a:pt x="1526732" y="4841415"/>
                </a:cubicBezTo>
                <a:cubicBezTo>
                  <a:pt x="1524735" y="4845644"/>
                  <a:pt x="1521916" y="4848346"/>
                  <a:pt x="1518274" y="4849521"/>
                </a:cubicBezTo>
                <a:cubicBezTo>
                  <a:pt x="1514633" y="4850695"/>
                  <a:pt x="1510110" y="4851400"/>
                  <a:pt x="1504706" y="4851635"/>
                </a:cubicBezTo>
                <a:lnTo>
                  <a:pt x="1504706" y="4874895"/>
                </a:lnTo>
                <a:lnTo>
                  <a:pt x="1607614" y="4874895"/>
                </a:lnTo>
                <a:lnTo>
                  <a:pt x="1607614" y="4847759"/>
                </a:lnTo>
                <a:cubicBezTo>
                  <a:pt x="1605265" y="4847759"/>
                  <a:pt x="1600977" y="4847817"/>
                  <a:pt x="1594750" y="4847935"/>
                </a:cubicBezTo>
                <a:cubicBezTo>
                  <a:pt x="1588524" y="4848052"/>
                  <a:pt x="1583414" y="4848346"/>
                  <a:pt x="1579420" y="4848816"/>
                </a:cubicBezTo>
                <a:cubicBezTo>
                  <a:pt x="1579890" y="4845761"/>
                  <a:pt x="1580242" y="4841297"/>
                  <a:pt x="1580477" y="4835424"/>
                </a:cubicBezTo>
                <a:cubicBezTo>
                  <a:pt x="1580712" y="4829550"/>
                  <a:pt x="1580830" y="4823441"/>
                  <a:pt x="1580830" y="4817098"/>
                </a:cubicBezTo>
                <a:lnTo>
                  <a:pt x="1580830" y="4651810"/>
                </a:lnTo>
                <a:lnTo>
                  <a:pt x="1597746" y="4651810"/>
                </a:lnTo>
                <a:cubicBezTo>
                  <a:pt x="1611138" y="4651575"/>
                  <a:pt x="1621711" y="4656098"/>
                  <a:pt x="1629464" y="4665379"/>
                </a:cubicBezTo>
                <a:cubicBezTo>
                  <a:pt x="1637218" y="4674659"/>
                  <a:pt x="1641094" y="4688815"/>
                  <a:pt x="1641094" y="4707846"/>
                </a:cubicBezTo>
                <a:lnTo>
                  <a:pt x="1664354" y="4707846"/>
                </a:lnTo>
                <a:lnTo>
                  <a:pt x="1662240" y="4628198"/>
                </a:lnTo>
                <a:close/>
                <a:moveTo>
                  <a:pt x="5292779" y="4627493"/>
                </a:moveTo>
                <a:cubicBezTo>
                  <a:pt x="5276098" y="4627728"/>
                  <a:pt x="5259416" y="4627845"/>
                  <a:pt x="5242735" y="4627845"/>
                </a:cubicBezTo>
                <a:cubicBezTo>
                  <a:pt x="5226054" y="4627845"/>
                  <a:pt x="5209372" y="4627963"/>
                  <a:pt x="5192690" y="4628198"/>
                </a:cubicBezTo>
                <a:lnTo>
                  <a:pt x="5192690" y="4655334"/>
                </a:lnTo>
                <a:cubicBezTo>
                  <a:pt x="5195275" y="4655099"/>
                  <a:pt x="5199387" y="4654923"/>
                  <a:pt x="5205025" y="4654806"/>
                </a:cubicBezTo>
                <a:cubicBezTo>
                  <a:pt x="5210664" y="4654688"/>
                  <a:pt x="5215364" y="4654512"/>
                  <a:pt x="5219122" y="4654277"/>
                </a:cubicBezTo>
                <a:cubicBezTo>
                  <a:pt x="5218887" y="4657332"/>
                  <a:pt x="5218594" y="4661796"/>
                  <a:pt x="5218241" y="4667669"/>
                </a:cubicBezTo>
                <a:cubicBezTo>
                  <a:pt x="5217889" y="4673543"/>
                  <a:pt x="5217713" y="4679652"/>
                  <a:pt x="5217713" y="4685995"/>
                </a:cubicBezTo>
                <a:lnTo>
                  <a:pt x="5217713" y="4820974"/>
                </a:lnTo>
                <a:cubicBezTo>
                  <a:pt x="5217713" y="4830372"/>
                  <a:pt x="5216715" y="4837186"/>
                  <a:pt x="5214717" y="4841415"/>
                </a:cubicBezTo>
                <a:cubicBezTo>
                  <a:pt x="5212721" y="4845644"/>
                  <a:pt x="5209901" y="4848346"/>
                  <a:pt x="5206259" y="4849521"/>
                </a:cubicBezTo>
                <a:cubicBezTo>
                  <a:pt x="5202617" y="4850695"/>
                  <a:pt x="5198095" y="4851400"/>
                  <a:pt x="5192690" y="4851635"/>
                </a:cubicBezTo>
                <a:lnTo>
                  <a:pt x="5192690" y="4874895"/>
                </a:lnTo>
                <a:lnTo>
                  <a:pt x="5297361" y="4874895"/>
                </a:lnTo>
                <a:lnTo>
                  <a:pt x="5297361" y="4847759"/>
                </a:lnTo>
                <a:cubicBezTo>
                  <a:pt x="5295716" y="4847759"/>
                  <a:pt x="5292956" y="4847817"/>
                  <a:pt x="5289079" y="4847935"/>
                </a:cubicBezTo>
                <a:cubicBezTo>
                  <a:pt x="5285202" y="4848052"/>
                  <a:pt x="5281267" y="4848170"/>
                  <a:pt x="5277273" y="4848287"/>
                </a:cubicBezTo>
                <a:cubicBezTo>
                  <a:pt x="5273278" y="4848405"/>
                  <a:pt x="5269989" y="4848581"/>
                  <a:pt x="5267405" y="4848816"/>
                </a:cubicBezTo>
                <a:cubicBezTo>
                  <a:pt x="5267875" y="4845761"/>
                  <a:pt x="5268227" y="4841297"/>
                  <a:pt x="5268462" y="4835424"/>
                </a:cubicBezTo>
                <a:cubicBezTo>
                  <a:pt x="5268697" y="4829550"/>
                  <a:pt x="5268814" y="4823324"/>
                  <a:pt x="5268814" y="4816745"/>
                </a:cubicBezTo>
                <a:lnTo>
                  <a:pt x="5268814" y="4779036"/>
                </a:lnTo>
                <a:lnTo>
                  <a:pt x="5287140" y="4779036"/>
                </a:lnTo>
                <a:cubicBezTo>
                  <a:pt x="5291135" y="4783265"/>
                  <a:pt x="5296069" y="4790078"/>
                  <a:pt x="5301942" y="4799476"/>
                </a:cubicBezTo>
                <a:lnTo>
                  <a:pt x="5328023" y="4841767"/>
                </a:lnTo>
                <a:cubicBezTo>
                  <a:pt x="5332721" y="4849286"/>
                  <a:pt x="5337126" y="4855923"/>
                  <a:pt x="5341238" y="4861679"/>
                </a:cubicBezTo>
                <a:cubicBezTo>
                  <a:pt x="5345349" y="4867436"/>
                  <a:pt x="5349520" y="4871841"/>
                  <a:pt x="5353750" y="4874895"/>
                </a:cubicBezTo>
                <a:lnTo>
                  <a:pt x="5411899" y="4874895"/>
                </a:lnTo>
                <a:lnTo>
                  <a:pt x="5411899" y="4851635"/>
                </a:lnTo>
                <a:cubicBezTo>
                  <a:pt x="5403911" y="4851165"/>
                  <a:pt x="5397273" y="4848522"/>
                  <a:pt x="5391987" y="4843706"/>
                </a:cubicBezTo>
                <a:cubicBezTo>
                  <a:pt x="5386700" y="4838889"/>
                  <a:pt x="5380181" y="4830490"/>
                  <a:pt x="5372428" y="4818507"/>
                </a:cubicBezTo>
                <a:lnTo>
                  <a:pt x="5355864" y="4793837"/>
                </a:lnTo>
                <a:cubicBezTo>
                  <a:pt x="5352809" y="4789138"/>
                  <a:pt x="5349108" y="4784674"/>
                  <a:pt x="5344762" y="4780445"/>
                </a:cubicBezTo>
                <a:cubicBezTo>
                  <a:pt x="5340415" y="4776216"/>
                  <a:pt x="5336010" y="4773162"/>
                  <a:pt x="5331546" y="4771282"/>
                </a:cubicBezTo>
                <a:cubicBezTo>
                  <a:pt x="5352222" y="4765409"/>
                  <a:pt x="5367611" y="4756363"/>
                  <a:pt x="5377714" y="4744146"/>
                </a:cubicBezTo>
                <a:cubicBezTo>
                  <a:pt x="5387817" y="4731928"/>
                  <a:pt x="5393103" y="4718301"/>
                  <a:pt x="5393573" y="4703264"/>
                </a:cubicBezTo>
                <a:cubicBezTo>
                  <a:pt x="5394042" y="4684468"/>
                  <a:pt x="5390166" y="4669549"/>
                  <a:pt x="5381943" y="4658506"/>
                </a:cubicBezTo>
                <a:cubicBezTo>
                  <a:pt x="5373720" y="4647464"/>
                  <a:pt x="5361972" y="4639475"/>
                  <a:pt x="5346701" y="4634541"/>
                </a:cubicBezTo>
                <a:cubicBezTo>
                  <a:pt x="5331429" y="4629607"/>
                  <a:pt x="5313455" y="4627258"/>
                  <a:pt x="5292779" y="4627493"/>
                </a:cubicBezTo>
                <a:close/>
                <a:moveTo>
                  <a:pt x="4816529" y="4627493"/>
                </a:moveTo>
                <a:cubicBezTo>
                  <a:pt x="4799848" y="4627728"/>
                  <a:pt x="4783166" y="4627845"/>
                  <a:pt x="4766485" y="4627845"/>
                </a:cubicBezTo>
                <a:cubicBezTo>
                  <a:pt x="4749803" y="4627845"/>
                  <a:pt x="4733122" y="4627963"/>
                  <a:pt x="4716441" y="4628198"/>
                </a:cubicBezTo>
                <a:lnTo>
                  <a:pt x="4716441" y="4655334"/>
                </a:lnTo>
                <a:cubicBezTo>
                  <a:pt x="4719025" y="4655099"/>
                  <a:pt x="4723137" y="4654923"/>
                  <a:pt x="4728775" y="4654806"/>
                </a:cubicBezTo>
                <a:cubicBezTo>
                  <a:pt x="4734415" y="4654688"/>
                  <a:pt x="4739113" y="4654512"/>
                  <a:pt x="4742872" y="4654277"/>
                </a:cubicBezTo>
                <a:cubicBezTo>
                  <a:pt x="4742637" y="4657332"/>
                  <a:pt x="4742344" y="4661796"/>
                  <a:pt x="4741991" y="4667669"/>
                </a:cubicBezTo>
                <a:cubicBezTo>
                  <a:pt x="4741639" y="4673543"/>
                  <a:pt x="4741463" y="4679652"/>
                  <a:pt x="4741463" y="4685995"/>
                </a:cubicBezTo>
                <a:lnTo>
                  <a:pt x="4741463" y="4820974"/>
                </a:lnTo>
                <a:cubicBezTo>
                  <a:pt x="4741463" y="4830372"/>
                  <a:pt x="4740464" y="4837186"/>
                  <a:pt x="4738467" y="4841415"/>
                </a:cubicBezTo>
                <a:cubicBezTo>
                  <a:pt x="4736471" y="4845644"/>
                  <a:pt x="4733650" y="4848346"/>
                  <a:pt x="4730009" y="4849521"/>
                </a:cubicBezTo>
                <a:cubicBezTo>
                  <a:pt x="4726368" y="4850695"/>
                  <a:pt x="4721844" y="4851400"/>
                  <a:pt x="4716441" y="4851635"/>
                </a:cubicBezTo>
                <a:lnTo>
                  <a:pt x="4716441" y="4874895"/>
                </a:lnTo>
                <a:lnTo>
                  <a:pt x="4821111" y="4874895"/>
                </a:lnTo>
                <a:lnTo>
                  <a:pt x="4821111" y="4847759"/>
                </a:lnTo>
                <a:cubicBezTo>
                  <a:pt x="4819466" y="4847759"/>
                  <a:pt x="4816705" y="4847817"/>
                  <a:pt x="4812829" y="4847935"/>
                </a:cubicBezTo>
                <a:cubicBezTo>
                  <a:pt x="4808952" y="4848052"/>
                  <a:pt x="4805016" y="4848170"/>
                  <a:pt x="4801023" y="4848287"/>
                </a:cubicBezTo>
                <a:cubicBezTo>
                  <a:pt x="4797028" y="4848405"/>
                  <a:pt x="4793739" y="4848581"/>
                  <a:pt x="4791155" y="4848816"/>
                </a:cubicBezTo>
                <a:cubicBezTo>
                  <a:pt x="4791624" y="4845761"/>
                  <a:pt x="4791977" y="4841297"/>
                  <a:pt x="4792212" y="4835424"/>
                </a:cubicBezTo>
                <a:cubicBezTo>
                  <a:pt x="4792447" y="4829550"/>
                  <a:pt x="4792565" y="4823324"/>
                  <a:pt x="4792565" y="4816745"/>
                </a:cubicBezTo>
                <a:lnTo>
                  <a:pt x="4792565" y="4785732"/>
                </a:lnTo>
                <a:cubicBezTo>
                  <a:pt x="4799848" y="4785967"/>
                  <a:pt x="4808306" y="4785967"/>
                  <a:pt x="4817939" y="4785732"/>
                </a:cubicBezTo>
                <a:cubicBezTo>
                  <a:pt x="4840259" y="4785027"/>
                  <a:pt x="4858761" y="4780798"/>
                  <a:pt x="4873446" y="4773044"/>
                </a:cubicBezTo>
                <a:cubicBezTo>
                  <a:pt x="4888130" y="4765291"/>
                  <a:pt x="4899173" y="4755541"/>
                  <a:pt x="4906574" y="4743793"/>
                </a:cubicBezTo>
                <a:cubicBezTo>
                  <a:pt x="4913975" y="4732046"/>
                  <a:pt x="4917793" y="4719946"/>
                  <a:pt x="4918028" y="4707493"/>
                </a:cubicBezTo>
                <a:cubicBezTo>
                  <a:pt x="4918497" y="4688697"/>
                  <a:pt x="4914562" y="4673426"/>
                  <a:pt x="4906221" y="4661678"/>
                </a:cubicBezTo>
                <a:cubicBezTo>
                  <a:pt x="4897880" y="4649931"/>
                  <a:pt x="4886016" y="4641237"/>
                  <a:pt x="4870627" y="4635599"/>
                </a:cubicBezTo>
                <a:cubicBezTo>
                  <a:pt x="4855237" y="4629960"/>
                  <a:pt x="4837205" y="4627258"/>
                  <a:pt x="4816529" y="4627493"/>
                </a:cubicBezTo>
                <a:close/>
                <a:moveTo>
                  <a:pt x="3949754" y="4627493"/>
                </a:moveTo>
                <a:cubicBezTo>
                  <a:pt x="3933073" y="4627728"/>
                  <a:pt x="3916392" y="4627845"/>
                  <a:pt x="3899710" y="4627845"/>
                </a:cubicBezTo>
                <a:cubicBezTo>
                  <a:pt x="3883029" y="4627845"/>
                  <a:pt x="3866347" y="4627963"/>
                  <a:pt x="3849666" y="4628198"/>
                </a:cubicBezTo>
                <a:lnTo>
                  <a:pt x="3849666" y="4655334"/>
                </a:lnTo>
                <a:cubicBezTo>
                  <a:pt x="3852250" y="4655099"/>
                  <a:pt x="3856362" y="4654923"/>
                  <a:pt x="3862000" y="4654806"/>
                </a:cubicBezTo>
                <a:cubicBezTo>
                  <a:pt x="3867639" y="4654688"/>
                  <a:pt x="3872338" y="4654512"/>
                  <a:pt x="3876098" y="4654277"/>
                </a:cubicBezTo>
                <a:cubicBezTo>
                  <a:pt x="3875863" y="4657332"/>
                  <a:pt x="3875569" y="4661796"/>
                  <a:pt x="3875216" y="4667669"/>
                </a:cubicBezTo>
                <a:cubicBezTo>
                  <a:pt x="3874864" y="4673543"/>
                  <a:pt x="3874688" y="4679652"/>
                  <a:pt x="3874688" y="4685995"/>
                </a:cubicBezTo>
                <a:lnTo>
                  <a:pt x="3874688" y="4820974"/>
                </a:lnTo>
                <a:cubicBezTo>
                  <a:pt x="3874688" y="4830372"/>
                  <a:pt x="3873689" y="4837186"/>
                  <a:pt x="3871692" y="4841415"/>
                </a:cubicBezTo>
                <a:cubicBezTo>
                  <a:pt x="3869695" y="4845644"/>
                  <a:pt x="3866876" y="4848346"/>
                  <a:pt x="3863234" y="4849521"/>
                </a:cubicBezTo>
                <a:cubicBezTo>
                  <a:pt x="3859592" y="4850695"/>
                  <a:pt x="3855070" y="4851400"/>
                  <a:pt x="3849666" y="4851635"/>
                </a:cubicBezTo>
                <a:lnTo>
                  <a:pt x="3849666" y="4874895"/>
                </a:lnTo>
                <a:lnTo>
                  <a:pt x="3954336" y="4874895"/>
                </a:lnTo>
                <a:lnTo>
                  <a:pt x="3954336" y="4847759"/>
                </a:lnTo>
                <a:cubicBezTo>
                  <a:pt x="3952691" y="4847759"/>
                  <a:pt x="3949930" y="4847817"/>
                  <a:pt x="3946054" y="4847935"/>
                </a:cubicBezTo>
                <a:cubicBezTo>
                  <a:pt x="3942177" y="4848052"/>
                  <a:pt x="3938242" y="4848170"/>
                  <a:pt x="3934248" y="4848287"/>
                </a:cubicBezTo>
                <a:cubicBezTo>
                  <a:pt x="3930254" y="4848405"/>
                  <a:pt x="3926964" y="4848581"/>
                  <a:pt x="3924380" y="4848816"/>
                </a:cubicBezTo>
                <a:cubicBezTo>
                  <a:pt x="3924850" y="4845761"/>
                  <a:pt x="3925202" y="4841297"/>
                  <a:pt x="3925437" y="4835424"/>
                </a:cubicBezTo>
                <a:cubicBezTo>
                  <a:pt x="3925672" y="4829550"/>
                  <a:pt x="3925790" y="4823324"/>
                  <a:pt x="3925790" y="4816745"/>
                </a:cubicBezTo>
                <a:lnTo>
                  <a:pt x="3925790" y="4779036"/>
                </a:lnTo>
                <a:lnTo>
                  <a:pt x="3944116" y="4779036"/>
                </a:lnTo>
                <a:cubicBezTo>
                  <a:pt x="3948110" y="4783265"/>
                  <a:pt x="3953043" y="4790078"/>
                  <a:pt x="3958918" y="4799476"/>
                </a:cubicBezTo>
                <a:lnTo>
                  <a:pt x="3984996" y="4841767"/>
                </a:lnTo>
                <a:cubicBezTo>
                  <a:pt x="3989696" y="4849286"/>
                  <a:pt x="3994101" y="4855923"/>
                  <a:pt x="3998213" y="4861679"/>
                </a:cubicBezTo>
                <a:cubicBezTo>
                  <a:pt x="4002324" y="4867436"/>
                  <a:pt x="4006495" y="4871841"/>
                  <a:pt x="4010724" y="4874895"/>
                </a:cubicBezTo>
                <a:lnTo>
                  <a:pt x="4068874" y="4874895"/>
                </a:lnTo>
                <a:lnTo>
                  <a:pt x="4068874" y="4851635"/>
                </a:lnTo>
                <a:cubicBezTo>
                  <a:pt x="4060886" y="4851165"/>
                  <a:pt x="4054248" y="4848522"/>
                  <a:pt x="4048962" y="4843706"/>
                </a:cubicBezTo>
                <a:cubicBezTo>
                  <a:pt x="4043675" y="4838889"/>
                  <a:pt x="4037156" y="4830490"/>
                  <a:pt x="4029403" y="4818507"/>
                </a:cubicBezTo>
                <a:lnTo>
                  <a:pt x="4012839" y="4793837"/>
                </a:lnTo>
                <a:cubicBezTo>
                  <a:pt x="4009784" y="4789138"/>
                  <a:pt x="4006084" y="4784674"/>
                  <a:pt x="4001737" y="4780445"/>
                </a:cubicBezTo>
                <a:cubicBezTo>
                  <a:pt x="3997391" y="4776216"/>
                  <a:pt x="3992985" y="4773162"/>
                  <a:pt x="3988522" y="4771282"/>
                </a:cubicBezTo>
                <a:cubicBezTo>
                  <a:pt x="4009197" y="4765409"/>
                  <a:pt x="4024586" y="4756363"/>
                  <a:pt x="4034689" y="4744146"/>
                </a:cubicBezTo>
                <a:cubicBezTo>
                  <a:pt x="4044792" y="4731928"/>
                  <a:pt x="4050078" y="4718301"/>
                  <a:pt x="4050548" y="4703264"/>
                </a:cubicBezTo>
                <a:cubicBezTo>
                  <a:pt x="4051018" y="4684468"/>
                  <a:pt x="4047141" y="4669549"/>
                  <a:pt x="4038918" y="4658506"/>
                </a:cubicBezTo>
                <a:cubicBezTo>
                  <a:pt x="4030695" y="4647464"/>
                  <a:pt x="4018948" y="4639475"/>
                  <a:pt x="4003676" y="4634541"/>
                </a:cubicBezTo>
                <a:cubicBezTo>
                  <a:pt x="3988404" y="4629607"/>
                  <a:pt x="3970430" y="4627258"/>
                  <a:pt x="3949754" y="4627493"/>
                </a:cubicBezTo>
                <a:close/>
                <a:moveTo>
                  <a:pt x="9102054" y="4622559"/>
                </a:moveTo>
                <a:cubicBezTo>
                  <a:pt x="9081144" y="4622559"/>
                  <a:pt x="9062936" y="4626436"/>
                  <a:pt x="9047429" y="4634189"/>
                </a:cubicBezTo>
                <a:cubicBezTo>
                  <a:pt x="9031922" y="4641942"/>
                  <a:pt x="9019058" y="4652163"/>
                  <a:pt x="9008838" y="4664850"/>
                </a:cubicBezTo>
                <a:cubicBezTo>
                  <a:pt x="8998618" y="4677537"/>
                  <a:pt x="8990982" y="4691458"/>
                  <a:pt x="8985931" y="4706612"/>
                </a:cubicBezTo>
                <a:cubicBezTo>
                  <a:pt x="8980880" y="4721767"/>
                  <a:pt x="8978354" y="4736745"/>
                  <a:pt x="8978354" y="4751546"/>
                </a:cubicBezTo>
                <a:cubicBezTo>
                  <a:pt x="8978354" y="4766818"/>
                  <a:pt x="8980586" y="4782090"/>
                  <a:pt x="8985050" y="4797362"/>
                </a:cubicBezTo>
                <a:cubicBezTo>
                  <a:pt x="8989514" y="4812633"/>
                  <a:pt x="8996562" y="4826554"/>
                  <a:pt x="9006196" y="4839124"/>
                </a:cubicBezTo>
                <a:cubicBezTo>
                  <a:pt x="9015828" y="4851694"/>
                  <a:pt x="9028457" y="4861738"/>
                  <a:pt x="9044081" y="4869256"/>
                </a:cubicBezTo>
                <a:cubicBezTo>
                  <a:pt x="9059706" y="4876775"/>
                  <a:pt x="9078677" y="4880534"/>
                  <a:pt x="9100998" y="4880534"/>
                </a:cubicBezTo>
                <a:cubicBezTo>
                  <a:pt x="9121908" y="4880534"/>
                  <a:pt x="9140117" y="4876599"/>
                  <a:pt x="9155624" y="4868728"/>
                </a:cubicBezTo>
                <a:cubicBezTo>
                  <a:pt x="9171130" y="4860857"/>
                  <a:pt x="9183994" y="4850519"/>
                  <a:pt x="9194214" y="4837714"/>
                </a:cubicBezTo>
                <a:cubicBezTo>
                  <a:pt x="9204434" y="4824910"/>
                  <a:pt x="9212070" y="4810989"/>
                  <a:pt x="9217122" y="4795952"/>
                </a:cubicBezTo>
                <a:cubicBezTo>
                  <a:pt x="9222174" y="4780915"/>
                  <a:pt x="9224699" y="4766113"/>
                  <a:pt x="9224699" y="4751546"/>
                </a:cubicBezTo>
                <a:cubicBezTo>
                  <a:pt x="9224699" y="4736745"/>
                  <a:pt x="9222290" y="4721825"/>
                  <a:pt x="9217474" y="4706789"/>
                </a:cubicBezTo>
                <a:cubicBezTo>
                  <a:pt x="9212658" y="4691752"/>
                  <a:pt x="9205315" y="4677831"/>
                  <a:pt x="9195448" y="4665026"/>
                </a:cubicBezTo>
                <a:cubicBezTo>
                  <a:pt x="9185580" y="4652221"/>
                  <a:pt x="9172892" y="4641942"/>
                  <a:pt x="9157386" y="4634189"/>
                </a:cubicBezTo>
                <a:cubicBezTo>
                  <a:pt x="9141879" y="4626436"/>
                  <a:pt x="9123436" y="4622559"/>
                  <a:pt x="9102054" y="4622559"/>
                </a:cubicBezTo>
                <a:close/>
                <a:moveTo>
                  <a:pt x="5758466" y="4622559"/>
                </a:moveTo>
                <a:cubicBezTo>
                  <a:pt x="5742959" y="4622559"/>
                  <a:pt x="5729919" y="4624673"/>
                  <a:pt x="5719347" y="4628903"/>
                </a:cubicBezTo>
                <a:cubicBezTo>
                  <a:pt x="5708774" y="4633132"/>
                  <a:pt x="5700316" y="4638594"/>
                  <a:pt x="5693972" y="4645290"/>
                </a:cubicBezTo>
                <a:cubicBezTo>
                  <a:pt x="5687628" y="4651986"/>
                  <a:pt x="5683047" y="4659270"/>
                  <a:pt x="5680227" y="4667141"/>
                </a:cubicBezTo>
                <a:cubicBezTo>
                  <a:pt x="5677408" y="4675012"/>
                  <a:pt x="5675999" y="4682589"/>
                  <a:pt x="5675999" y="4689872"/>
                </a:cubicBezTo>
                <a:cubicBezTo>
                  <a:pt x="5675999" y="4705144"/>
                  <a:pt x="5679523" y="4718125"/>
                  <a:pt x="5686571" y="4728815"/>
                </a:cubicBezTo>
                <a:cubicBezTo>
                  <a:pt x="5693620" y="4739505"/>
                  <a:pt x="5703194" y="4748668"/>
                  <a:pt x="5715294" y="4756304"/>
                </a:cubicBezTo>
                <a:cubicBezTo>
                  <a:pt x="5727394" y="4763940"/>
                  <a:pt x="5740962" y="4770812"/>
                  <a:pt x="5755999" y="4776921"/>
                </a:cubicBezTo>
                <a:cubicBezTo>
                  <a:pt x="5764927" y="4780445"/>
                  <a:pt x="5773679" y="4784087"/>
                  <a:pt x="5782255" y="4787846"/>
                </a:cubicBezTo>
                <a:cubicBezTo>
                  <a:pt x="5790831" y="4791605"/>
                  <a:pt x="5797996" y="4796187"/>
                  <a:pt x="5803752" y="4801591"/>
                </a:cubicBezTo>
                <a:cubicBezTo>
                  <a:pt x="5809509" y="4806995"/>
                  <a:pt x="5812387" y="4813808"/>
                  <a:pt x="5812387" y="4822031"/>
                </a:cubicBezTo>
                <a:cubicBezTo>
                  <a:pt x="5812387" y="4830960"/>
                  <a:pt x="5808452" y="4838713"/>
                  <a:pt x="5800581" y="4845292"/>
                </a:cubicBezTo>
                <a:cubicBezTo>
                  <a:pt x="5792710" y="4851870"/>
                  <a:pt x="5782549" y="4855159"/>
                  <a:pt x="5770096" y="4855159"/>
                </a:cubicBezTo>
                <a:cubicBezTo>
                  <a:pt x="5753650" y="4855159"/>
                  <a:pt x="5739494" y="4850167"/>
                  <a:pt x="5727629" y="4840181"/>
                </a:cubicBezTo>
                <a:cubicBezTo>
                  <a:pt x="5715764" y="4830196"/>
                  <a:pt x="5708187" y="4815335"/>
                  <a:pt x="5704897" y="4795600"/>
                </a:cubicBezTo>
                <a:lnTo>
                  <a:pt x="5681637" y="4795600"/>
                </a:lnTo>
                <a:lnTo>
                  <a:pt x="5681637" y="4878067"/>
                </a:lnTo>
                <a:lnTo>
                  <a:pt x="5708774" y="4878067"/>
                </a:lnTo>
                <a:lnTo>
                  <a:pt x="5707717" y="4863265"/>
                </a:lnTo>
                <a:cubicBezTo>
                  <a:pt x="5717350" y="4868904"/>
                  <a:pt x="5727629" y="4873192"/>
                  <a:pt x="5738554" y="4876129"/>
                </a:cubicBezTo>
                <a:cubicBezTo>
                  <a:pt x="5749479" y="4879066"/>
                  <a:pt x="5759641" y="4880534"/>
                  <a:pt x="5769039" y="4880534"/>
                </a:cubicBezTo>
                <a:cubicBezTo>
                  <a:pt x="5787130" y="4880534"/>
                  <a:pt x="5802930" y="4877538"/>
                  <a:pt x="5816440" y="4871547"/>
                </a:cubicBezTo>
                <a:cubicBezTo>
                  <a:pt x="5829950" y="4865556"/>
                  <a:pt x="5840464" y="4857157"/>
                  <a:pt x="5847982" y="4846349"/>
                </a:cubicBezTo>
                <a:cubicBezTo>
                  <a:pt x="5855500" y="4835541"/>
                  <a:pt x="5859260" y="4823206"/>
                  <a:pt x="5859260" y="4809344"/>
                </a:cubicBezTo>
                <a:cubicBezTo>
                  <a:pt x="5859260" y="4797832"/>
                  <a:pt x="5856793" y="4787788"/>
                  <a:pt x="5851859" y="4779212"/>
                </a:cubicBezTo>
                <a:cubicBezTo>
                  <a:pt x="5846925" y="4770636"/>
                  <a:pt x="5840464" y="4763118"/>
                  <a:pt x="5832475" y="4756657"/>
                </a:cubicBezTo>
                <a:cubicBezTo>
                  <a:pt x="5824487" y="4750196"/>
                  <a:pt x="5815794" y="4744615"/>
                  <a:pt x="5806396" y="4739916"/>
                </a:cubicBezTo>
                <a:cubicBezTo>
                  <a:pt x="5796998" y="4735217"/>
                  <a:pt x="5787835" y="4731106"/>
                  <a:pt x="5778907" y="4727582"/>
                </a:cubicBezTo>
                <a:cubicBezTo>
                  <a:pt x="5759641" y="4719593"/>
                  <a:pt x="5745309" y="4712075"/>
                  <a:pt x="5735911" y="4705026"/>
                </a:cubicBezTo>
                <a:cubicBezTo>
                  <a:pt x="5726513" y="4697978"/>
                  <a:pt x="5721814" y="4689050"/>
                  <a:pt x="5721814" y="4678242"/>
                </a:cubicBezTo>
                <a:cubicBezTo>
                  <a:pt x="5721814" y="4669314"/>
                  <a:pt x="5725632" y="4662031"/>
                  <a:pt x="5733268" y="4656392"/>
                </a:cubicBezTo>
                <a:cubicBezTo>
                  <a:pt x="5740904" y="4650753"/>
                  <a:pt x="5749773" y="4647934"/>
                  <a:pt x="5759876" y="4647934"/>
                </a:cubicBezTo>
                <a:cubicBezTo>
                  <a:pt x="5776322" y="4647699"/>
                  <a:pt x="5789832" y="4652633"/>
                  <a:pt x="5800404" y="4662735"/>
                </a:cubicBezTo>
                <a:cubicBezTo>
                  <a:pt x="5810977" y="4672838"/>
                  <a:pt x="5817791" y="4687640"/>
                  <a:pt x="5820845" y="4707141"/>
                </a:cubicBezTo>
                <a:lnTo>
                  <a:pt x="5844105" y="4707141"/>
                </a:lnTo>
                <a:lnTo>
                  <a:pt x="5844105" y="4625026"/>
                </a:lnTo>
                <a:lnTo>
                  <a:pt x="5816616" y="4625026"/>
                </a:lnTo>
                <a:lnTo>
                  <a:pt x="5818026" y="4639475"/>
                </a:lnTo>
                <a:cubicBezTo>
                  <a:pt x="5810038" y="4633837"/>
                  <a:pt x="5800464" y="4629607"/>
                  <a:pt x="5789303" y="4626788"/>
                </a:cubicBezTo>
                <a:cubicBezTo>
                  <a:pt x="5778143" y="4623969"/>
                  <a:pt x="5767864" y="4622559"/>
                  <a:pt x="5758466" y="4622559"/>
                </a:cubicBezTo>
                <a:close/>
                <a:moveTo>
                  <a:pt x="2939381" y="4622559"/>
                </a:moveTo>
                <a:cubicBezTo>
                  <a:pt x="2918470" y="4622559"/>
                  <a:pt x="2900261" y="4626436"/>
                  <a:pt x="2884755" y="4634189"/>
                </a:cubicBezTo>
                <a:cubicBezTo>
                  <a:pt x="2869248" y="4641942"/>
                  <a:pt x="2856384" y="4652163"/>
                  <a:pt x="2846164" y="4664850"/>
                </a:cubicBezTo>
                <a:cubicBezTo>
                  <a:pt x="2835944" y="4677537"/>
                  <a:pt x="2828308" y="4691458"/>
                  <a:pt x="2823257" y="4706612"/>
                </a:cubicBezTo>
                <a:cubicBezTo>
                  <a:pt x="2818205" y="4721767"/>
                  <a:pt x="2815679" y="4736745"/>
                  <a:pt x="2815679" y="4751546"/>
                </a:cubicBezTo>
                <a:cubicBezTo>
                  <a:pt x="2815679" y="4766818"/>
                  <a:pt x="2817911" y="4782090"/>
                  <a:pt x="2822375" y="4797362"/>
                </a:cubicBezTo>
                <a:cubicBezTo>
                  <a:pt x="2826839" y="4812633"/>
                  <a:pt x="2833888" y="4826554"/>
                  <a:pt x="2843521" y="4839124"/>
                </a:cubicBezTo>
                <a:cubicBezTo>
                  <a:pt x="2853154" y="4851694"/>
                  <a:pt x="2865782" y="4861738"/>
                  <a:pt x="2881407" y="4869256"/>
                </a:cubicBezTo>
                <a:cubicBezTo>
                  <a:pt x="2897031" y="4876775"/>
                  <a:pt x="2916003" y="4880534"/>
                  <a:pt x="2938323" y="4880534"/>
                </a:cubicBezTo>
                <a:cubicBezTo>
                  <a:pt x="2959234" y="4880534"/>
                  <a:pt x="2977442" y="4876599"/>
                  <a:pt x="2992949" y="4868728"/>
                </a:cubicBezTo>
                <a:cubicBezTo>
                  <a:pt x="3008456" y="4860857"/>
                  <a:pt x="3021319" y="4850519"/>
                  <a:pt x="3031540" y="4837714"/>
                </a:cubicBezTo>
                <a:cubicBezTo>
                  <a:pt x="3041760" y="4824910"/>
                  <a:pt x="3049396" y="4810989"/>
                  <a:pt x="3054447" y="4795952"/>
                </a:cubicBezTo>
                <a:cubicBezTo>
                  <a:pt x="3059499" y="4780915"/>
                  <a:pt x="3062024" y="4766113"/>
                  <a:pt x="3062024" y="4751546"/>
                </a:cubicBezTo>
                <a:cubicBezTo>
                  <a:pt x="3062024" y="4736745"/>
                  <a:pt x="3059616" y="4721825"/>
                  <a:pt x="3054800" y="4706789"/>
                </a:cubicBezTo>
                <a:cubicBezTo>
                  <a:pt x="3049983" y="4691752"/>
                  <a:pt x="3042641" y="4677831"/>
                  <a:pt x="3032773" y="4665026"/>
                </a:cubicBezTo>
                <a:cubicBezTo>
                  <a:pt x="3022905" y="4652221"/>
                  <a:pt x="3010218" y="4641942"/>
                  <a:pt x="2994711" y="4634189"/>
                </a:cubicBezTo>
                <a:cubicBezTo>
                  <a:pt x="2979204" y="4626436"/>
                  <a:pt x="2960761" y="4622559"/>
                  <a:pt x="2939381" y="4622559"/>
                </a:cubicBezTo>
                <a:close/>
                <a:moveTo>
                  <a:pt x="2053555" y="4622559"/>
                </a:moveTo>
                <a:cubicBezTo>
                  <a:pt x="2032645" y="4622559"/>
                  <a:pt x="2014436" y="4626436"/>
                  <a:pt x="1998929" y="4634189"/>
                </a:cubicBezTo>
                <a:cubicBezTo>
                  <a:pt x="1983423" y="4641942"/>
                  <a:pt x="1970559" y="4652163"/>
                  <a:pt x="1960339" y="4664850"/>
                </a:cubicBezTo>
                <a:cubicBezTo>
                  <a:pt x="1950119" y="4677537"/>
                  <a:pt x="1942483" y="4691458"/>
                  <a:pt x="1937431" y="4706612"/>
                </a:cubicBezTo>
                <a:cubicBezTo>
                  <a:pt x="1932380" y="4721767"/>
                  <a:pt x="1929854" y="4736745"/>
                  <a:pt x="1929854" y="4751546"/>
                </a:cubicBezTo>
                <a:cubicBezTo>
                  <a:pt x="1929854" y="4766818"/>
                  <a:pt x="1932086" y="4782090"/>
                  <a:pt x="1936550" y="4797362"/>
                </a:cubicBezTo>
                <a:cubicBezTo>
                  <a:pt x="1941014" y="4812633"/>
                  <a:pt x="1948063" y="4826554"/>
                  <a:pt x="1957696" y="4839124"/>
                </a:cubicBezTo>
                <a:cubicBezTo>
                  <a:pt x="1967329" y="4851694"/>
                  <a:pt x="1979957" y="4861738"/>
                  <a:pt x="1995582" y="4869256"/>
                </a:cubicBezTo>
                <a:cubicBezTo>
                  <a:pt x="2011206" y="4876775"/>
                  <a:pt x="2030178" y="4880534"/>
                  <a:pt x="2052498" y="4880534"/>
                </a:cubicBezTo>
                <a:cubicBezTo>
                  <a:pt x="2073409" y="4880534"/>
                  <a:pt x="2091617" y="4876599"/>
                  <a:pt x="2107124" y="4868728"/>
                </a:cubicBezTo>
                <a:cubicBezTo>
                  <a:pt x="2122631" y="4860857"/>
                  <a:pt x="2135494" y="4850519"/>
                  <a:pt x="2145715" y="4837714"/>
                </a:cubicBezTo>
                <a:cubicBezTo>
                  <a:pt x="2155935" y="4824910"/>
                  <a:pt x="2163571" y="4810989"/>
                  <a:pt x="2168622" y="4795952"/>
                </a:cubicBezTo>
                <a:cubicBezTo>
                  <a:pt x="2173674" y="4780915"/>
                  <a:pt x="2176199" y="4766113"/>
                  <a:pt x="2176199" y="4751546"/>
                </a:cubicBezTo>
                <a:cubicBezTo>
                  <a:pt x="2176199" y="4736745"/>
                  <a:pt x="2173791" y="4721825"/>
                  <a:pt x="2168975" y="4706789"/>
                </a:cubicBezTo>
                <a:cubicBezTo>
                  <a:pt x="2164158" y="4691752"/>
                  <a:pt x="2156816" y="4677831"/>
                  <a:pt x="2146948" y="4665026"/>
                </a:cubicBezTo>
                <a:cubicBezTo>
                  <a:pt x="2137080" y="4652221"/>
                  <a:pt x="2124393" y="4641942"/>
                  <a:pt x="2108886" y="4634189"/>
                </a:cubicBezTo>
                <a:cubicBezTo>
                  <a:pt x="2093380" y="4626436"/>
                  <a:pt x="2074936" y="4622559"/>
                  <a:pt x="2053555" y="4622559"/>
                </a:cubicBezTo>
                <a:close/>
                <a:moveTo>
                  <a:pt x="7698384" y="4621854"/>
                </a:moveTo>
                <a:lnTo>
                  <a:pt x="7629662" y="4810401"/>
                </a:lnTo>
                <a:cubicBezTo>
                  <a:pt x="7627077" y="4817450"/>
                  <a:pt x="7624433" y="4824029"/>
                  <a:pt x="7621732" y="4830137"/>
                </a:cubicBezTo>
                <a:cubicBezTo>
                  <a:pt x="7619030" y="4836246"/>
                  <a:pt x="7615682" y="4841180"/>
                  <a:pt x="7611688" y="4844939"/>
                </a:cubicBezTo>
                <a:cubicBezTo>
                  <a:pt x="7607694" y="4848698"/>
                  <a:pt x="7602407" y="4850578"/>
                  <a:pt x="7595829" y="4850578"/>
                </a:cubicBezTo>
                <a:lnTo>
                  <a:pt x="7595829" y="4874895"/>
                </a:lnTo>
                <a:lnTo>
                  <a:pt x="7671247" y="4874895"/>
                </a:lnTo>
                <a:lnTo>
                  <a:pt x="7671247" y="4846701"/>
                </a:lnTo>
                <a:cubicBezTo>
                  <a:pt x="7668898" y="4846701"/>
                  <a:pt x="7665080" y="4846760"/>
                  <a:pt x="7659794" y="4846877"/>
                </a:cubicBezTo>
                <a:cubicBezTo>
                  <a:pt x="7654507" y="4846995"/>
                  <a:pt x="7649984" y="4847289"/>
                  <a:pt x="7646225" y="4847759"/>
                </a:cubicBezTo>
                <a:cubicBezTo>
                  <a:pt x="7648105" y="4843764"/>
                  <a:pt x="7650160" y="4838772"/>
                  <a:pt x="7652393" y="4832780"/>
                </a:cubicBezTo>
                <a:cubicBezTo>
                  <a:pt x="7654625" y="4826789"/>
                  <a:pt x="7656328" y="4822266"/>
                  <a:pt x="7657503" y="4819212"/>
                </a:cubicBezTo>
                <a:lnTo>
                  <a:pt x="7663142" y="4802648"/>
                </a:lnTo>
                <a:lnTo>
                  <a:pt x="7739618" y="4801238"/>
                </a:lnTo>
                <a:lnTo>
                  <a:pt x="7746667" y="4820622"/>
                </a:lnTo>
                <a:cubicBezTo>
                  <a:pt x="7749956" y="4829315"/>
                  <a:pt x="7751014" y="4836657"/>
                  <a:pt x="7749838" y="4842648"/>
                </a:cubicBezTo>
                <a:cubicBezTo>
                  <a:pt x="7748664" y="4848640"/>
                  <a:pt x="7743260" y="4851635"/>
                  <a:pt x="7733627" y="4851635"/>
                </a:cubicBezTo>
                <a:lnTo>
                  <a:pt x="7733627" y="4874895"/>
                </a:lnTo>
                <a:lnTo>
                  <a:pt x="7828429" y="4874895"/>
                </a:lnTo>
                <a:lnTo>
                  <a:pt x="7828429" y="4847759"/>
                </a:lnTo>
                <a:cubicBezTo>
                  <a:pt x="7826080" y="4847759"/>
                  <a:pt x="7823084" y="4847817"/>
                  <a:pt x="7819442" y="4847935"/>
                </a:cubicBezTo>
                <a:cubicBezTo>
                  <a:pt x="7815801" y="4848052"/>
                  <a:pt x="7811983" y="4848346"/>
                  <a:pt x="7807989" y="4848816"/>
                </a:cubicBezTo>
                <a:cubicBezTo>
                  <a:pt x="7807519" y="4843412"/>
                  <a:pt x="7806108" y="4837127"/>
                  <a:pt x="7803759" y="4829961"/>
                </a:cubicBezTo>
                <a:cubicBezTo>
                  <a:pt x="7801410" y="4822795"/>
                  <a:pt x="7799530" y="4817450"/>
                  <a:pt x="7798121" y="4813926"/>
                </a:cubicBezTo>
                <a:lnTo>
                  <a:pt x="7723054" y="4621854"/>
                </a:lnTo>
                <a:close/>
                <a:moveTo>
                  <a:pt x="6746147" y="2479525"/>
                </a:moveTo>
                <a:cubicBezTo>
                  <a:pt x="6810236" y="2479525"/>
                  <a:pt x="6842281" y="2532933"/>
                  <a:pt x="6842281" y="2639748"/>
                </a:cubicBezTo>
                <a:lnTo>
                  <a:pt x="6842281" y="3698451"/>
                </a:lnTo>
                <a:cubicBezTo>
                  <a:pt x="6842281" y="3825807"/>
                  <a:pt x="6809415" y="3889485"/>
                  <a:pt x="6743682" y="3889485"/>
                </a:cubicBezTo>
                <a:cubicBezTo>
                  <a:pt x="6705886" y="3889485"/>
                  <a:pt x="6678771" y="3874901"/>
                  <a:pt x="6662338" y="3845732"/>
                </a:cubicBezTo>
                <a:cubicBezTo>
                  <a:pt x="6645905" y="3816564"/>
                  <a:pt x="6637688" y="3768291"/>
                  <a:pt x="6637688" y="3700916"/>
                </a:cubicBezTo>
                <a:lnTo>
                  <a:pt x="6637688" y="2643445"/>
                </a:lnTo>
                <a:cubicBezTo>
                  <a:pt x="6637688" y="2534165"/>
                  <a:pt x="6673841" y="2479525"/>
                  <a:pt x="6746147" y="2479525"/>
                </a:cubicBezTo>
                <a:close/>
                <a:moveTo>
                  <a:pt x="9337016" y="2099920"/>
                </a:moveTo>
                <a:lnTo>
                  <a:pt x="9337016" y="4269090"/>
                </a:lnTo>
                <a:lnTo>
                  <a:pt x="10233032" y="4269090"/>
                </a:lnTo>
                <a:lnTo>
                  <a:pt x="10233032" y="3846349"/>
                </a:lnTo>
                <a:lnTo>
                  <a:pt x="9778245" y="3846349"/>
                </a:lnTo>
                <a:lnTo>
                  <a:pt x="9778245" y="3349658"/>
                </a:lnTo>
                <a:lnTo>
                  <a:pt x="10187430" y="3349658"/>
                </a:lnTo>
                <a:lnTo>
                  <a:pt x="10187430" y="2941706"/>
                </a:lnTo>
                <a:lnTo>
                  <a:pt x="9778245" y="2941706"/>
                </a:lnTo>
                <a:lnTo>
                  <a:pt x="9778245" y="2518965"/>
                </a:lnTo>
                <a:lnTo>
                  <a:pt x="10204684" y="2518965"/>
                </a:lnTo>
                <a:lnTo>
                  <a:pt x="10204684" y="2099920"/>
                </a:lnTo>
                <a:close/>
                <a:moveTo>
                  <a:pt x="7451067" y="2099920"/>
                </a:moveTo>
                <a:lnTo>
                  <a:pt x="7451067" y="4269090"/>
                </a:lnTo>
                <a:lnTo>
                  <a:pt x="7842996" y="4269090"/>
                </a:lnTo>
                <a:lnTo>
                  <a:pt x="7842996" y="2706302"/>
                </a:lnTo>
                <a:lnTo>
                  <a:pt x="8106748" y="4269090"/>
                </a:lnTo>
                <a:lnTo>
                  <a:pt x="8496212" y="4269090"/>
                </a:lnTo>
                <a:lnTo>
                  <a:pt x="8745174" y="2706302"/>
                </a:lnTo>
                <a:lnTo>
                  <a:pt x="8745174" y="4269090"/>
                </a:lnTo>
                <a:lnTo>
                  <a:pt x="9142033" y="4269090"/>
                </a:lnTo>
                <a:lnTo>
                  <a:pt x="9142033" y="2099920"/>
                </a:lnTo>
                <a:lnTo>
                  <a:pt x="8475260" y="2099920"/>
                </a:lnTo>
                <a:lnTo>
                  <a:pt x="8294085" y="3422374"/>
                </a:lnTo>
                <a:lnTo>
                  <a:pt x="8111678" y="2099920"/>
                </a:lnTo>
                <a:close/>
                <a:moveTo>
                  <a:pt x="4022067" y="2099920"/>
                </a:moveTo>
                <a:lnTo>
                  <a:pt x="4022067" y="4269090"/>
                </a:lnTo>
                <a:lnTo>
                  <a:pt x="4902061" y="4269090"/>
                </a:lnTo>
                <a:lnTo>
                  <a:pt x="4902061" y="3899345"/>
                </a:lnTo>
                <a:lnTo>
                  <a:pt x="4455901" y="3899345"/>
                </a:lnTo>
                <a:lnTo>
                  <a:pt x="4455901" y="2099920"/>
                </a:lnTo>
                <a:close/>
                <a:moveTo>
                  <a:pt x="2983842" y="2099920"/>
                </a:moveTo>
                <a:lnTo>
                  <a:pt x="2983842" y="4269090"/>
                </a:lnTo>
                <a:lnTo>
                  <a:pt x="3879857" y="4269090"/>
                </a:lnTo>
                <a:lnTo>
                  <a:pt x="3879857" y="3846349"/>
                </a:lnTo>
                <a:lnTo>
                  <a:pt x="3425071" y="3846349"/>
                </a:lnTo>
                <a:lnTo>
                  <a:pt x="3425071" y="3349658"/>
                </a:lnTo>
                <a:lnTo>
                  <a:pt x="3834255" y="3349658"/>
                </a:lnTo>
                <a:lnTo>
                  <a:pt x="3834255" y="2941706"/>
                </a:lnTo>
                <a:lnTo>
                  <a:pt x="3425071" y="2941706"/>
                </a:lnTo>
                <a:lnTo>
                  <a:pt x="3425071" y="2518965"/>
                </a:lnTo>
                <a:lnTo>
                  <a:pt x="3851510" y="2518965"/>
                </a:lnTo>
                <a:lnTo>
                  <a:pt x="3851510" y="2099920"/>
                </a:lnTo>
                <a:close/>
                <a:moveTo>
                  <a:pt x="1120760" y="2099920"/>
                </a:moveTo>
                <a:lnTo>
                  <a:pt x="1353700" y="4269090"/>
                </a:lnTo>
                <a:lnTo>
                  <a:pt x="1882435" y="4269090"/>
                </a:lnTo>
                <a:lnTo>
                  <a:pt x="1985964" y="3225177"/>
                </a:lnTo>
                <a:lnTo>
                  <a:pt x="2094422" y="4269090"/>
                </a:lnTo>
                <a:lnTo>
                  <a:pt x="2614530" y="4269090"/>
                </a:lnTo>
                <a:lnTo>
                  <a:pt x="2851167" y="2099920"/>
                </a:lnTo>
                <a:lnTo>
                  <a:pt x="2422263" y="2099920"/>
                </a:lnTo>
                <a:lnTo>
                  <a:pt x="2306409" y="3469209"/>
                </a:lnTo>
                <a:lnTo>
                  <a:pt x="2190556" y="2099920"/>
                </a:lnTo>
                <a:lnTo>
                  <a:pt x="1786301" y="2099920"/>
                </a:lnTo>
                <a:lnTo>
                  <a:pt x="1664286" y="3469209"/>
                </a:lnTo>
                <a:lnTo>
                  <a:pt x="1544735" y="2099920"/>
                </a:lnTo>
                <a:close/>
                <a:moveTo>
                  <a:pt x="6739985" y="2080201"/>
                </a:moveTo>
                <a:cubicBezTo>
                  <a:pt x="6564972" y="2080201"/>
                  <a:pt x="6432070" y="2128268"/>
                  <a:pt x="6341276" y="2224401"/>
                </a:cubicBezTo>
                <a:cubicBezTo>
                  <a:pt x="6250484" y="2320535"/>
                  <a:pt x="6205087" y="2461449"/>
                  <a:pt x="6205087" y="2647143"/>
                </a:cubicBezTo>
                <a:lnTo>
                  <a:pt x="6205087" y="3677498"/>
                </a:lnTo>
                <a:cubicBezTo>
                  <a:pt x="6205087" y="3875517"/>
                  <a:pt x="6250895" y="4026907"/>
                  <a:pt x="6342509" y="4131668"/>
                </a:cubicBezTo>
                <a:cubicBezTo>
                  <a:pt x="6434124" y="4236429"/>
                  <a:pt x="6566615" y="4288810"/>
                  <a:pt x="6739985" y="4288810"/>
                </a:cubicBezTo>
                <a:cubicBezTo>
                  <a:pt x="6913354" y="4288810"/>
                  <a:pt x="7045846" y="4236429"/>
                  <a:pt x="7137460" y="4131668"/>
                </a:cubicBezTo>
                <a:cubicBezTo>
                  <a:pt x="7229075" y="4026907"/>
                  <a:pt x="7274882" y="3875517"/>
                  <a:pt x="7274882" y="3677498"/>
                </a:cubicBezTo>
                <a:lnTo>
                  <a:pt x="7274882" y="2647143"/>
                </a:lnTo>
                <a:cubicBezTo>
                  <a:pt x="7274882" y="2461449"/>
                  <a:pt x="7229486" y="2320535"/>
                  <a:pt x="7138693" y="2224401"/>
                </a:cubicBezTo>
                <a:cubicBezTo>
                  <a:pt x="7047900" y="2128268"/>
                  <a:pt x="6914997" y="2080201"/>
                  <a:pt x="6739985" y="2080201"/>
                </a:cubicBezTo>
                <a:close/>
                <a:moveTo>
                  <a:pt x="5537370" y="2080201"/>
                </a:moveTo>
                <a:cubicBezTo>
                  <a:pt x="5349211" y="2080201"/>
                  <a:pt x="5213432" y="2136074"/>
                  <a:pt x="5130035" y="2247818"/>
                </a:cubicBezTo>
                <a:cubicBezTo>
                  <a:pt x="5046637" y="2359563"/>
                  <a:pt x="5004937" y="2520608"/>
                  <a:pt x="5004937" y="2730952"/>
                </a:cubicBezTo>
                <a:lnTo>
                  <a:pt x="5004937" y="3731728"/>
                </a:lnTo>
                <a:cubicBezTo>
                  <a:pt x="5004937" y="3907562"/>
                  <a:pt x="5052799" y="4044367"/>
                  <a:pt x="5148521" y="4142144"/>
                </a:cubicBezTo>
                <a:cubicBezTo>
                  <a:pt x="5244244" y="4239921"/>
                  <a:pt x="5370574" y="4288810"/>
                  <a:pt x="5527510" y="4288810"/>
                </a:cubicBezTo>
                <a:cubicBezTo>
                  <a:pt x="5700058" y="4288810"/>
                  <a:pt x="5834398" y="4245878"/>
                  <a:pt x="5930532" y="4160015"/>
                </a:cubicBezTo>
                <a:cubicBezTo>
                  <a:pt x="6026665" y="4074152"/>
                  <a:pt x="6074732" y="3935909"/>
                  <a:pt x="6074732" y="3745285"/>
                </a:cubicBezTo>
                <a:lnTo>
                  <a:pt x="6074732" y="3334869"/>
                </a:lnTo>
                <a:lnTo>
                  <a:pt x="5638434" y="3334869"/>
                </a:lnTo>
                <a:lnTo>
                  <a:pt x="5638434" y="3725565"/>
                </a:lnTo>
                <a:cubicBezTo>
                  <a:pt x="5638434" y="3774043"/>
                  <a:pt x="5630834" y="3813482"/>
                  <a:pt x="5615633" y="3843884"/>
                </a:cubicBezTo>
                <a:cubicBezTo>
                  <a:pt x="5600432" y="3874285"/>
                  <a:pt x="5574345" y="3889485"/>
                  <a:pt x="5537370" y="3889485"/>
                </a:cubicBezTo>
                <a:cubicBezTo>
                  <a:pt x="5504504" y="3889485"/>
                  <a:pt x="5479238" y="3877161"/>
                  <a:pt x="5461573" y="3852511"/>
                </a:cubicBezTo>
                <a:cubicBezTo>
                  <a:pt x="5443907" y="3827861"/>
                  <a:pt x="5435074" y="3785546"/>
                  <a:pt x="5435074" y="3725565"/>
                </a:cubicBezTo>
                <a:lnTo>
                  <a:pt x="5435074" y="2639748"/>
                </a:lnTo>
                <a:cubicBezTo>
                  <a:pt x="5435074" y="2591271"/>
                  <a:pt x="5442058" y="2552447"/>
                  <a:pt x="5456026" y="2523278"/>
                </a:cubicBezTo>
                <a:cubicBezTo>
                  <a:pt x="5469994" y="2494110"/>
                  <a:pt x="5497109" y="2479525"/>
                  <a:pt x="5537370" y="2479525"/>
                </a:cubicBezTo>
                <a:cubicBezTo>
                  <a:pt x="5571879" y="2479525"/>
                  <a:pt x="5597351" y="2490823"/>
                  <a:pt x="5613784" y="2513418"/>
                </a:cubicBezTo>
                <a:cubicBezTo>
                  <a:pt x="5630217" y="2536014"/>
                  <a:pt x="5638434" y="2579767"/>
                  <a:pt x="5638434" y="2644678"/>
                </a:cubicBezTo>
                <a:lnTo>
                  <a:pt x="5638434" y="2965123"/>
                </a:lnTo>
                <a:lnTo>
                  <a:pt x="6069802" y="2965123"/>
                </a:lnTo>
                <a:lnTo>
                  <a:pt x="6069802" y="2590448"/>
                </a:lnTo>
                <a:cubicBezTo>
                  <a:pt x="6069802" y="2476238"/>
                  <a:pt x="6046795" y="2381543"/>
                  <a:pt x="6000783" y="2306361"/>
                </a:cubicBezTo>
                <a:cubicBezTo>
                  <a:pt x="5954771" y="2231180"/>
                  <a:pt x="5891708" y="2174691"/>
                  <a:pt x="5811597" y="2136895"/>
                </a:cubicBezTo>
                <a:cubicBezTo>
                  <a:pt x="5731486" y="2099099"/>
                  <a:pt x="5640077" y="2080201"/>
                  <a:pt x="5537370" y="208020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0EDE7E-7791-7226-23B6-CAD98D54BF7A}"/>
              </a:ext>
            </a:extLst>
          </p:cNvPr>
          <p:cNvSpPr/>
          <p:nvPr/>
        </p:nvSpPr>
        <p:spPr>
          <a:xfrm>
            <a:off x="13424095" y="2179320"/>
            <a:ext cx="148650" cy="28744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950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7037E-6 L -1.06784 0.01551 " pathEditMode="relative" rAng="0" ptsTypes="AA">
                                      <p:cBhvr>
                                        <p:cTn id="6" dur="6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398" y="76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4.81481E-6 L -1.06836 -0.02731 " pathEditMode="relative" rAng="0" ptsTypes="AA">
                                      <p:cBhvr>
                                        <p:cTn id="8" dur="6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24" y="-1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</Words>
  <Application>Microsoft Office PowerPoint</Application>
  <PresentationFormat>Widescreen</PresentationFormat>
  <Paragraphs>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Mallik Gowda M</dc:creator>
  <cp:lastModifiedBy>Mallik Gowda M</cp:lastModifiedBy>
  <cp:revision>1</cp:revision>
  <dcterms:created xsi:type="dcterms:W3CDTF">2025-11-14T13:48:25Z</dcterms:created>
  <dcterms:modified xsi:type="dcterms:W3CDTF">2025-11-14T15:00:49Z</dcterms:modified>
</cp:coreProperties>
</file>